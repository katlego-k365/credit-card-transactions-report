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0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15.xml" ContentType="application/vnd.openxmlformats-officedocument.theme+xml"/>
  <Override PartName="/ppt/theme/theme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</p:sld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33" Type="http://schemas.openxmlformats.org/officeDocument/2006/relationships/slide" Target="slides/slide17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9130B2-C86B-4F87-ABCB-6BE79FA8BD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2FA81E-5348-4BE8-B25B-4D86F5A837D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DD0C77E-7AAF-4009-9463-77122386E31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D7DA05D-8500-4AA5-A634-8CBE3E6CC72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A397DFEF-BE53-4C4B-A856-BD59C83A65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0325BC52-5029-4E98-A850-6ED8B16C41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467388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3D1A9B20-85F0-4951-BFFC-428B7AFE28F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B9069DD1-DE79-4F51-A36D-37E2A5BC263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B19D6A10-1D31-4543-B42A-F7A21450D9B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/>
          </p:nvPr>
        </p:nvSpPr>
        <p:spPr>
          <a:xfrm>
            <a:off x="467388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61792860-2002-4A0B-8B3C-4138DA32C20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3C602C34-ABF9-4369-995F-57AE496FA0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C30F205D-30A7-4FA6-932F-B1EF0528B03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4768E72A-737C-4BC5-AC7D-26FDAA935E7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D3AA5FEA-82D4-4431-8232-6049C02610E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5"/>
          </p:nvPr>
        </p:nvSpPr>
        <p:spPr/>
        <p:txBody>
          <a:bodyPr/>
          <a:p>
            <a:fld id="{B3735EA2-4A71-41A0-A2B0-B8016C15415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9"/>
          <p:cNvSpPr/>
          <p:nvPr/>
        </p:nvSpPr>
        <p:spPr>
          <a:xfrm flipH="1" rot="10800000">
            <a:off x="-360" y="6401160"/>
            <a:ext cx="9143640" cy="456480"/>
          </a:xfrm>
          <a:prstGeom prst="rect">
            <a:avLst/>
          </a:prstGeom>
          <a:gradFill rotWithShape="0">
            <a:gsLst>
              <a:gs pos="14000">
                <a:srgbClr val="fe4a00">
                  <a:alpha val="28000"/>
                </a:srgbClr>
              </a:gs>
              <a:gs pos="100000">
                <a:srgbClr val="da002f">
                  <a:alpha val="85000"/>
                </a:srgbClr>
              </a:gs>
            </a:gsLst>
            <a:lin ang="15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Rectangle 10"/>
          <p:cNvSpPr/>
          <p:nvPr/>
        </p:nvSpPr>
        <p:spPr>
          <a:xfrm flipH="1">
            <a:off x="3028320" y="6400800"/>
            <a:ext cx="6114600" cy="456480"/>
          </a:xfrm>
          <a:prstGeom prst="rect">
            <a:avLst/>
          </a:prstGeom>
          <a:gradFill rotWithShape="0">
            <a:gsLst>
              <a:gs pos="9000">
                <a:srgbClr val="d861d4">
                  <a:alpha val="55000"/>
                </a:srgbClr>
              </a:gs>
              <a:gs pos="99000">
                <a:srgbClr val="92248e"/>
              </a:gs>
            </a:gsLst>
            <a:lin ang="18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143000" y="1028880"/>
            <a:ext cx="6857640" cy="24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5330" spc="999" strike="noStrike" cap="all">
                <a:solidFill>
                  <a:schemeClr val="dk1"/>
                </a:solidFill>
                <a:latin typeface="Avenir Next LT Pro"/>
              </a:rPr>
              <a:t>Click to edit Master title style</a:t>
            </a:r>
            <a:endParaRPr b="0" lang="en-US" sz="533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5932440" y="6409080"/>
            <a:ext cx="2776320" cy="44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70" spc="398" strike="noStrike" cap="all">
                <a:solidFill>
                  <a:schemeClr val="lt1"/>
                </a:solidFill>
                <a:latin typeface="Avenir Next LT Pro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070" spc="398" strike="noStrike" cap="all">
                <a:solidFill>
                  <a:schemeClr val="lt1"/>
                </a:solidFill>
                <a:latin typeface="Avenir Next LT Pro Light"/>
              </a:rPr>
              <a:t>&lt;date/time&gt;</a:t>
            </a:r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 rot="5400000">
            <a:off x="-1885680" y="1969200"/>
            <a:ext cx="411444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1070" spc="-1" strike="noStrike">
                <a:solidFill>
                  <a:schemeClr val="dk1"/>
                </a:solidFill>
                <a:latin typeface="Avenir Next LT Pro"/>
              </a:defRPr>
            </a:lvl1pPr>
          </a:lstStyle>
          <a:p>
            <a:pPr indent="0" algn="ctr">
              <a:buNone/>
            </a:pPr>
            <a:r>
              <a:rPr b="1" lang="en-US" sz="1070" spc="-1" strike="noStrike">
                <a:solidFill>
                  <a:schemeClr val="dk1"/>
                </a:solidFill>
                <a:latin typeface="Avenir Next LT Pro"/>
              </a:rPr>
              <a:t>&lt;footer&gt;</a:t>
            </a:r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752320" y="6408720"/>
            <a:ext cx="328680" cy="44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70" spc="-1" strike="noStrike">
                <a:solidFill>
                  <a:schemeClr val="lt1"/>
                </a:solidFill>
                <a:latin typeface="Avenir Next LT Pro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241A25-F3F3-4506-975B-899E40A9C0CB}" type="slidenum">
              <a:rPr b="0" lang="en-US" sz="1070" spc="-1" strike="noStrike">
                <a:solidFill>
                  <a:schemeClr val="lt1"/>
                </a:solidFill>
                <a:latin typeface="Avenir Next LT Pro Light"/>
              </a:rPr>
              <a:t>&lt;number&gt;</a:t>
            </a:fld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9"/>
          <p:cNvSpPr/>
          <p:nvPr/>
        </p:nvSpPr>
        <p:spPr>
          <a:xfrm flipH="1" rot="10800000">
            <a:off x="-360" y="6401160"/>
            <a:ext cx="9143640" cy="456480"/>
          </a:xfrm>
          <a:prstGeom prst="rect">
            <a:avLst/>
          </a:prstGeom>
          <a:gradFill rotWithShape="0">
            <a:gsLst>
              <a:gs pos="14000">
                <a:srgbClr val="fe4a00">
                  <a:alpha val="28000"/>
                </a:srgbClr>
              </a:gs>
              <a:gs pos="100000">
                <a:srgbClr val="da002f">
                  <a:alpha val="85000"/>
                </a:srgbClr>
              </a:gs>
            </a:gsLst>
            <a:lin ang="15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Rectangle 10"/>
          <p:cNvSpPr/>
          <p:nvPr/>
        </p:nvSpPr>
        <p:spPr>
          <a:xfrm flipH="1">
            <a:off x="3028320" y="6400800"/>
            <a:ext cx="6114600" cy="456480"/>
          </a:xfrm>
          <a:prstGeom prst="rect">
            <a:avLst/>
          </a:prstGeom>
          <a:gradFill rotWithShape="0">
            <a:gsLst>
              <a:gs pos="9000">
                <a:srgbClr val="d861d4">
                  <a:alpha val="55000"/>
                </a:srgbClr>
              </a:gs>
              <a:gs pos="99000">
                <a:srgbClr val="92248e"/>
              </a:gs>
            </a:gsLst>
            <a:lin ang="18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028880" y="361800"/>
            <a:ext cx="7357320" cy="165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3600" spc="698" strike="noStrike" cap="all">
                <a:solidFill>
                  <a:schemeClr val="dk1"/>
                </a:solidFill>
                <a:latin typeface="Avenir Next LT Pro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1028880" y="2286000"/>
            <a:ext cx="7357320" cy="385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eaVer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venir Next LT Pro Light"/>
              </a:rPr>
              <a:t>Click to edit </a:t>
            </a:r>
            <a:r>
              <a:rPr b="0" lang="en-US" sz="2000" spc="-1" strike="noStrike">
                <a:solidFill>
                  <a:schemeClr val="dk1"/>
                </a:solidFill>
                <a:latin typeface="Avenir Next LT Pro Light"/>
              </a:rPr>
              <a:t>Master text styles</a:t>
            </a:r>
            <a:endParaRPr b="0" lang="en-US" sz="20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venir Next LT Pro Light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Avenir Next LT Pro Ligh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venir Next LT Pro Light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Avenir Next LT Pro Light"/>
              </a:rPr>
              <a:t>Fourth </a:t>
            </a:r>
            <a:r>
              <a:rPr b="0" lang="en-US" sz="1600" spc="-1" strike="noStrike">
                <a:solidFill>
                  <a:schemeClr val="dk1"/>
                </a:solidFill>
                <a:latin typeface="Avenir Next LT Pro Light"/>
              </a:rPr>
              <a:t>level</a:t>
            </a:r>
            <a:endParaRPr b="0" lang="en-US" sz="1600" spc="-1" strike="noStrike">
              <a:solidFill>
                <a:schemeClr val="dk1"/>
              </a:solidFill>
              <a:latin typeface="Avenir Next LT Pro Ligh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Avenir Next LT Pro Light"/>
              </a:rPr>
              <a:t>Fift</a:t>
            </a:r>
            <a:r>
              <a:rPr b="0" lang="en-US" sz="1600" spc="-1" strike="noStrike">
                <a:solidFill>
                  <a:schemeClr val="dk1"/>
                </a:solidFill>
                <a:latin typeface="Avenir Next LT Pro Light"/>
              </a:rPr>
              <a:t>h </a:t>
            </a:r>
            <a:r>
              <a:rPr b="0" lang="en-US" sz="1600" spc="-1" strike="noStrike">
                <a:solidFill>
                  <a:schemeClr val="dk1"/>
                </a:solidFill>
                <a:latin typeface="Avenir Next LT Pro Light"/>
              </a:rPr>
              <a:t>lev</a:t>
            </a:r>
            <a:r>
              <a:rPr b="0" lang="en-US" sz="1600" spc="-1" strike="noStrike">
                <a:solidFill>
                  <a:schemeClr val="dk1"/>
                </a:solidFill>
                <a:latin typeface="Avenir Next LT Pro Light"/>
              </a:rPr>
              <a:t>el</a:t>
            </a:r>
            <a:endParaRPr b="0" lang="en-US" sz="16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4"/>
          </p:nvPr>
        </p:nvSpPr>
        <p:spPr>
          <a:xfrm>
            <a:off x="5932440" y="6409080"/>
            <a:ext cx="2776320" cy="44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70" spc="398" strike="noStrike" cap="all">
                <a:solidFill>
                  <a:schemeClr val="lt1"/>
                </a:solidFill>
                <a:latin typeface="Avenir Next LT Pro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070" spc="398" strike="noStrike" cap="all">
                <a:solidFill>
                  <a:schemeClr val="lt1"/>
                </a:solidFill>
                <a:latin typeface="Avenir Next LT Pro Light"/>
              </a:rPr>
              <a:t>&lt;date/time&gt;</a:t>
            </a:r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5"/>
          </p:nvPr>
        </p:nvSpPr>
        <p:spPr>
          <a:xfrm rot="5400000">
            <a:off x="-1885680" y="1969200"/>
            <a:ext cx="411444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1070" spc="-1" strike="noStrike">
                <a:solidFill>
                  <a:schemeClr val="dk1"/>
                </a:solidFill>
                <a:latin typeface="Avenir Next LT Pro"/>
              </a:defRPr>
            </a:lvl1pPr>
          </a:lstStyle>
          <a:p>
            <a:pPr indent="0" algn="ctr">
              <a:buNone/>
            </a:pPr>
            <a:r>
              <a:rPr b="1" lang="en-US" sz="1070" spc="-1" strike="noStrike">
                <a:solidFill>
                  <a:schemeClr val="dk1"/>
                </a:solidFill>
                <a:latin typeface="Avenir Next LT Pro"/>
              </a:rPr>
              <a:t>&lt;footer&gt;</a:t>
            </a:r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6"/>
          </p:nvPr>
        </p:nvSpPr>
        <p:spPr>
          <a:xfrm>
            <a:off x="8752320" y="6408720"/>
            <a:ext cx="328680" cy="44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70" spc="-1" strike="noStrike">
                <a:solidFill>
                  <a:schemeClr val="lt1"/>
                </a:solidFill>
                <a:latin typeface="Avenir Next LT Pro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415B8F-2F43-4045-B393-8B0DC289FAE5}" type="slidenum">
              <a:rPr b="0" lang="en-US" sz="1070" spc="-1" strike="noStrike">
                <a:solidFill>
                  <a:schemeClr val="lt1"/>
                </a:solidFill>
                <a:latin typeface="Avenir Next LT Pro Light"/>
              </a:rPr>
              <a:t>&lt;number&gt;</a:t>
            </a:fld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9"/>
          <p:cNvSpPr/>
          <p:nvPr/>
        </p:nvSpPr>
        <p:spPr>
          <a:xfrm flipH="1" rot="10800000">
            <a:off x="-360" y="6401160"/>
            <a:ext cx="9143640" cy="456480"/>
          </a:xfrm>
          <a:prstGeom prst="rect">
            <a:avLst/>
          </a:prstGeom>
          <a:gradFill rotWithShape="0">
            <a:gsLst>
              <a:gs pos="14000">
                <a:srgbClr val="fe4a00">
                  <a:alpha val="28000"/>
                </a:srgbClr>
              </a:gs>
              <a:gs pos="100000">
                <a:srgbClr val="da002f">
                  <a:alpha val="85000"/>
                </a:srgbClr>
              </a:gs>
            </a:gsLst>
            <a:lin ang="15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Rectangle 10"/>
          <p:cNvSpPr/>
          <p:nvPr/>
        </p:nvSpPr>
        <p:spPr>
          <a:xfrm flipH="1">
            <a:off x="3028320" y="6400800"/>
            <a:ext cx="6114600" cy="456480"/>
          </a:xfrm>
          <a:prstGeom prst="rect">
            <a:avLst/>
          </a:prstGeom>
          <a:gradFill rotWithShape="0">
            <a:gsLst>
              <a:gs pos="9000">
                <a:srgbClr val="d861d4">
                  <a:alpha val="55000"/>
                </a:srgbClr>
              </a:gs>
              <a:gs pos="99000">
                <a:srgbClr val="92248e"/>
              </a:gs>
            </a:gsLst>
            <a:lin ang="18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543720" y="457200"/>
            <a:ext cx="1971360" cy="571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 vert="eaVer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3600" spc="698" strike="noStrike" cap="all">
                <a:solidFill>
                  <a:schemeClr val="dk1"/>
                </a:solidFill>
                <a:latin typeface="Avenir Next LT Pro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28560" y="457200"/>
            <a:ext cx="5800320" cy="571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eaVer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venir Next LT Pro Light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venir Next LT Pro Light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Avenir Next LT Pro Ligh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venir Next LT Pro Light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Avenir Next LT Pro Light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Avenir Next LT Pro Ligh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Avenir Next LT Pro Light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7"/>
          </p:nvPr>
        </p:nvSpPr>
        <p:spPr>
          <a:xfrm>
            <a:off x="5932440" y="6409080"/>
            <a:ext cx="2776320" cy="44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70" spc="398" strike="noStrike" cap="all">
                <a:solidFill>
                  <a:schemeClr val="lt1"/>
                </a:solidFill>
                <a:latin typeface="Avenir Next LT Pro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070" spc="398" strike="noStrike" cap="all">
                <a:solidFill>
                  <a:schemeClr val="lt1"/>
                </a:solidFill>
                <a:latin typeface="Avenir Next LT Pro Light"/>
              </a:rPr>
              <a:t>&lt;date/time&gt;</a:t>
            </a:r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8"/>
          </p:nvPr>
        </p:nvSpPr>
        <p:spPr>
          <a:xfrm rot="5400000">
            <a:off x="-1885680" y="1969200"/>
            <a:ext cx="411444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1070" spc="-1" strike="noStrike">
                <a:solidFill>
                  <a:schemeClr val="dk1"/>
                </a:solidFill>
                <a:latin typeface="Avenir Next LT Pro"/>
              </a:defRPr>
            </a:lvl1pPr>
          </a:lstStyle>
          <a:p>
            <a:pPr indent="0" algn="ctr">
              <a:buNone/>
            </a:pPr>
            <a:r>
              <a:rPr b="1" lang="en-US" sz="1070" spc="-1" strike="noStrike">
                <a:solidFill>
                  <a:schemeClr val="dk1"/>
                </a:solidFill>
                <a:latin typeface="Avenir Next LT Pro"/>
              </a:rPr>
              <a:t>&lt;footer&gt;</a:t>
            </a:r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9"/>
          </p:nvPr>
        </p:nvSpPr>
        <p:spPr>
          <a:xfrm>
            <a:off x="8752320" y="6408720"/>
            <a:ext cx="328680" cy="44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70" spc="-1" strike="noStrike">
                <a:solidFill>
                  <a:schemeClr val="lt1"/>
                </a:solidFill>
                <a:latin typeface="Avenir Next LT Pro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0CCA84-54D4-4C94-90EA-6846560D1AF8}" type="slidenum">
              <a:rPr b="0" lang="en-US" sz="1070" spc="-1" strike="noStrike">
                <a:solidFill>
                  <a:schemeClr val="lt1"/>
                </a:solidFill>
                <a:latin typeface="Avenir Next LT Pro Light"/>
              </a:rPr>
              <a:t>&lt;number&gt;</a:t>
            </a:fld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9"/>
          <p:cNvSpPr/>
          <p:nvPr/>
        </p:nvSpPr>
        <p:spPr>
          <a:xfrm flipH="1" rot="10800000">
            <a:off x="-360" y="6401160"/>
            <a:ext cx="9143640" cy="456480"/>
          </a:xfrm>
          <a:prstGeom prst="rect">
            <a:avLst/>
          </a:prstGeom>
          <a:gradFill rotWithShape="0">
            <a:gsLst>
              <a:gs pos="14000">
                <a:srgbClr val="fe4a00">
                  <a:alpha val="28000"/>
                </a:srgbClr>
              </a:gs>
              <a:gs pos="100000">
                <a:srgbClr val="da002f">
                  <a:alpha val="85000"/>
                </a:srgbClr>
              </a:gs>
            </a:gsLst>
            <a:lin ang="15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Rectangle 10"/>
          <p:cNvSpPr/>
          <p:nvPr/>
        </p:nvSpPr>
        <p:spPr>
          <a:xfrm flipH="1">
            <a:off x="3028320" y="6400800"/>
            <a:ext cx="6114600" cy="456480"/>
          </a:xfrm>
          <a:prstGeom prst="rect">
            <a:avLst/>
          </a:prstGeom>
          <a:gradFill rotWithShape="0">
            <a:gsLst>
              <a:gs pos="9000">
                <a:srgbClr val="d861d4">
                  <a:alpha val="55000"/>
                </a:srgbClr>
              </a:gs>
              <a:gs pos="99000">
                <a:srgbClr val="92248e"/>
              </a:gs>
            </a:gsLst>
            <a:lin ang="18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3600" spc="-1" strike="noStrike">
                <a:solidFill>
                  <a:schemeClr val="dk1"/>
                </a:solidFill>
                <a:latin typeface="Avenir Next LT Pro Light"/>
              </a:rPr>
              <a:t>Click to edit the title text format</a:t>
            </a:r>
            <a:endParaRPr b="0" lang="en-US" sz="36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ftr" idx="10"/>
          </p:nvPr>
        </p:nvSpPr>
        <p:spPr>
          <a:xfrm rot="5400000">
            <a:off x="-1885680" y="1969200"/>
            <a:ext cx="411444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1" lang="en-US" sz="1070" spc="-1" strike="noStrike">
                <a:solidFill>
                  <a:schemeClr val="dk1"/>
                </a:solidFill>
                <a:latin typeface="Avenir Next LT Pr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1" lang="en-US" sz="1070" spc="-1" strike="noStrike">
                <a:solidFill>
                  <a:schemeClr val="dk1"/>
                </a:solidFill>
                <a:latin typeface="Avenir Next LT Pro"/>
              </a:rPr>
              <a:t>&lt;footer&gt;</a:t>
            </a:r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11"/>
          </p:nvPr>
        </p:nvSpPr>
        <p:spPr>
          <a:xfrm>
            <a:off x="8752320" y="6408720"/>
            <a:ext cx="328680" cy="44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70" spc="-1" strike="noStrike">
                <a:solidFill>
                  <a:schemeClr val="lt1"/>
                </a:solidFill>
                <a:latin typeface="Avenir Next LT Pro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2361AF-DB07-4A2C-85E0-3D6D073A9ED9}" type="slidenum">
              <a:rPr b="0" lang="en-US" sz="1070" spc="-1" strike="noStrike">
                <a:solidFill>
                  <a:schemeClr val="lt1"/>
                </a:solidFill>
                <a:latin typeface="Avenir Next LT Pro Light"/>
              </a:rPr>
              <a:t>&lt;number&gt;</a:t>
            </a:fld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2"/>
          </p:nvPr>
        </p:nvSpPr>
        <p:spPr>
          <a:xfrm>
            <a:off x="5932440" y="6409080"/>
            <a:ext cx="2776320" cy="44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venir Next LT Pro Light"/>
              </a:rPr>
              <a:t>Click to edit the outline text format</a:t>
            </a:r>
            <a:endParaRPr b="0" lang="en-US" sz="20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venir Next LT Pro Light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  <a:p>
            <a:pPr lvl="2" marL="1296000" indent="-2880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Avenir Next LT Pro Light"/>
              </a:rPr>
              <a:t>Third Outline Level</a:t>
            </a:r>
            <a:endParaRPr b="0" lang="en-US" sz="1600" spc="-1" strike="noStrike">
              <a:solidFill>
                <a:schemeClr val="dk1"/>
              </a:solidFill>
              <a:latin typeface="Avenir Next LT Pro Light"/>
            </a:endParaRPr>
          </a:p>
          <a:p>
            <a:pPr lvl="3" marL="1728000" indent="-2160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chemeClr val="dk1"/>
                </a:solidFill>
                <a:latin typeface="Avenir Next LT Pro Light"/>
              </a:rPr>
              <a:t>Fourth Outline Level</a:t>
            </a:r>
            <a:endParaRPr b="0" lang="en-US" sz="1600" spc="-1" strike="noStrike">
              <a:solidFill>
                <a:schemeClr val="dk1"/>
              </a:solidFill>
              <a:latin typeface="Avenir Next LT Pro Light"/>
            </a:endParaRPr>
          </a:p>
          <a:p>
            <a:pPr lvl="4" marL="2160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venir Next LT Pro Light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venir Next LT Pro Light"/>
            </a:endParaRPr>
          </a:p>
          <a:p>
            <a:pPr lvl="5" marL="2592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venir Next LT Pro Light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venir Next LT Pro Light"/>
            </a:endParaRPr>
          </a:p>
          <a:p>
            <a:pPr lvl="6" marL="3024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venir Next LT Pro Light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venir Next LT Pro 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9"/>
          <p:cNvSpPr/>
          <p:nvPr/>
        </p:nvSpPr>
        <p:spPr>
          <a:xfrm flipH="1" rot="10800000">
            <a:off x="-360" y="6401160"/>
            <a:ext cx="9143640" cy="456480"/>
          </a:xfrm>
          <a:prstGeom prst="rect">
            <a:avLst/>
          </a:prstGeom>
          <a:gradFill rotWithShape="0">
            <a:gsLst>
              <a:gs pos="14000">
                <a:srgbClr val="fe4a00">
                  <a:alpha val="28000"/>
                </a:srgbClr>
              </a:gs>
              <a:gs pos="100000">
                <a:srgbClr val="da002f">
                  <a:alpha val="85000"/>
                </a:srgbClr>
              </a:gs>
            </a:gsLst>
            <a:lin ang="15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Rectangle 10"/>
          <p:cNvSpPr/>
          <p:nvPr/>
        </p:nvSpPr>
        <p:spPr>
          <a:xfrm flipH="1">
            <a:off x="3028320" y="6400800"/>
            <a:ext cx="6114600" cy="456480"/>
          </a:xfrm>
          <a:prstGeom prst="rect">
            <a:avLst/>
          </a:prstGeom>
          <a:gradFill rotWithShape="0">
            <a:gsLst>
              <a:gs pos="9000">
                <a:srgbClr val="d861d4">
                  <a:alpha val="55000"/>
                </a:srgbClr>
              </a:gs>
              <a:gs pos="99000">
                <a:srgbClr val="92248e"/>
              </a:gs>
            </a:gsLst>
            <a:lin ang="18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3600" spc="-1" strike="noStrike">
                <a:solidFill>
                  <a:schemeClr val="dk1"/>
                </a:solidFill>
                <a:latin typeface="Avenir Next LT Pro Light"/>
              </a:rPr>
              <a:t>Click to edit the title text format</a:t>
            </a:r>
            <a:endParaRPr b="0" lang="en-US" sz="36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venir Next LT Pro Light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venir Next LT Pro Light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  <a:p>
            <a:pPr lvl="2" marL="1296000" indent="-2880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venir Next LT Pro Light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  <a:p>
            <a:pPr lvl="3" marL="1728000" indent="-2160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venir Next LT Pro Light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  <a:p>
            <a:pPr lvl="4" marL="2160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venir Next LT Pro Light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  <a:p>
            <a:pPr lvl="5" marL="2592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venir Next LT Pro Light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  <a:p>
            <a:pPr lvl="6" marL="3024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venir Next LT Pro Light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ftr" idx="13"/>
          </p:nvPr>
        </p:nvSpPr>
        <p:spPr>
          <a:xfrm rot="5400000">
            <a:off x="-1885680" y="1969200"/>
            <a:ext cx="411444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1" lang="en-US" sz="1070" spc="-1" strike="noStrike">
                <a:solidFill>
                  <a:schemeClr val="dk1"/>
                </a:solidFill>
                <a:latin typeface="Avenir Next LT Pr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1" lang="en-US" sz="1070" spc="-1" strike="noStrike">
                <a:solidFill>
                  <a:schemeClr val="dk1"/>
                </a:solidFill>
                <a:latin typeface="Avenir Next LT Pro"/>
              </a:rPr>
              <a:t>&lt;footer&gt;</a:t>
            </a:r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sldNum" idx="14"/>
          </p:nvPr>
        </p:nvSpPr>
        <p:spPr>
          <a:xfrm>
            <a:off x="8752320" y="6408720"/>
            <a:ext cx="328680" cy="44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70" spc="-1" strike="noStrike">
                <a:solidFill>
                  <a:schemeClr val="lt1"/>
                </a:solidFill>
                <a:latin typeface="Avenir Next LT Pro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31E523-784A-4798-A522-36C2BF5ABB52}" type="slidenum">
              <a:rPr b="0" lang="en-US" sz="1070" spc="-1" strike="noStrike">
                <a:solidFill>
                  <a:schemeClr val="lt1"/>
                </a:solidFill>
                <a:latin typeface="Avenir Next LT Pro Light"/>
              </a:rPr>
              <a:t>&lt;number&gt;</a:t>
            </a:fld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dt" idx="15"/>
          </p:nvPr>
        </p:nvSpPr>
        <p:spPr>
          <a:xfrm>
            <a:off x="5932440" y="6409080"/>
            <a:ext cx="2776320" cy="44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9"/>
          <p:cNvSpPr/>
          <p:nvPr/>
        </p:nvSpPr>
        <p:spPr>
          <a:xfrm flipH="1" rot="10800000">
            <a:off x="-360" y="6401160"/>
            <a:ext cx="9143640" cy="456480"/>
          </a:xfrm>
          <a:prstGeom prst="rect">
            <a:avLst/>
          </a:prstGeom>
          <a:gradFill rotWithShape="0">
            <a:gsLst>
              <a:gs pos="14000">
                <a:srgbClr val="fe4a00">
                  <a:alpha val="28000"/>
                </a:srgbClr>
              </a:gs>
              <a:gs pos="100000">
                <a:srgbClr val="da002f">
                  <a:alpha val="85000"/>
                </a:srgbClr>
              </a:gs>
            </a:gsLst>
            <a:lin ang="15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Rectangle 10"/>
          <p:cNvSpPr/>
          <p:nvPr/>
        </p:nvSpPr>
        <p:spPr>
          <a:xfrm flipH="1">
            <a:off x="3028320" y="6400800"/>
            <a:ext cx="6114600" cy="456480"/>
          </a:xfrm>
          <a:prstGeom prst="rect">
            <a:avLst/>
          </a:prstGeom>
          <a:gradFill rotWithShape="0">
            <a:gsLst>
              <a:gs pos="9000">
                <a:srgbClr val="d861d4">
                  <a:alpha val="55000"/>
                </a:srgbClr>
              </a:gs>
              <a:gs pos="99000">
                <a:srgbClr val="92248e"/>
              </a:gs>
            </a:gsLst>
            <a:lin ang="18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3600" spc="-1" strike="noStrike">
                <a:solidFill>
                  <a:schemeClr val="dk1"/>
                </a:solidFill>
                <a:latin typeface="Avenir Next LT Pro Light"/>
              </a:rPr>
              <a:t>Click to edit the title text format</a:t>
            </a:r>
            <a:endParaRPr b="0" lang="en-US" sz="36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venir Next LT Pro Light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venir Next LT Pro Light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  <a:p>
            <a:pPr lvl="2" marL="1296000" indent="-2880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venir Next LT Pro Light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  <a:p>
            <a:pPr lvl="3" marL="1728000" indent="-2160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venir Next LT Pro Light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  <a:p>
            <a:pPr lvl="4" marL="2160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venir Next LT Pro Light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  <a:p>
            <a:pPr lvl="5" marL="2592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venir Next LT Pro Light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  <a:p>
            <a:pPr lvl="6" marL="3024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venir Next LT Pro Light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ftr" idx="16"/>
          </p:nvPr>
        </p:nvSpPr>
        <p:spPr>
          <a:xfrm rot="5400000">
            <a:off x="-1885680" y="1969200"/>
            <a:ext cx="411444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1" lang="en-US" sz="1070" spc="-1" strike="noStrike">
                <a:solidFill>
                  <a:schemeClr val="dk1"/>
                </a:solidFill>
                <a:latin typeface="Avenir Next LT Pr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1" lang="en-US" sz="1070" spc="-1" strike="noStrike">
                <a:solidFill>
                  <a:schemeClr val="dk1"/>
                </a:solidFill>
                <a:latin typeface="Avenir Next LT Pro"/>
              </a:rPr>
              <a:t>&lt;footer&gt;</a:t>
            </a:r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sldNum" idx="17"/>
          </p:nvPr>
        </p:nvSpPr>
        <p:spPr>
          <a:xfrm>
            <a:off x="8752320" y="6408720"/>
            <a:ext cx="328680" cy="44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70" spc="-1" strike="noStrike">
                <a:solidFill>
                  <a:schemeClr val="lt1"/>
                </a:solidFill>
                <a:latin typeface="Avenir Next LT Pro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6B178B-8BEE-4607-B4FF-C7BBE6C1B5ED}" type="slidenum">
              <a:rPr b="0" lang="en-US" sz="1070" spc="-1" strike="noStrike">
                <a:solidFill>
                  <a:schemeClr val="lt1"/>
                </a:solidFill>
                <a:latin typeface="Avenir Next LT Pro Light"/>
              </a:rPr>
              <a:t>&lt;number&gt;</a:t>
            </a:fld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dt" idx="18"/>
          </p:nvPr>
        </p:nvSpPr>
        <p:spPr>
          <a:xfrm>
            <a:off x="5932440" y="6409080"/>
            <a:ext cx="2776320" cy="44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9"/>
          <p:cNvSpPr/>
          <p:nvPr/>
        </p:nvSpPr>
        <p:spPr>
          <a:xfrm flipH="1" rot="10800000">
            <a:off x="-360" y="6401160"/>
            <a:ext cx="9143640" cy="456480"/>
          </a:xfrm>
          <a:prstGeom prst="rect">
            <a:avLst/>
          </a:prstGeom>
          <a:gradFill rotWithShape="0">
            <a:gsLst>
              <a:gs pos="14000">
                <a:srgbClr val="fe4a00">
                  <a:alpha val="28000"/>
                </a:srgbClr>
              </a:gs>
              <a:gs pos="100000">
                <a:srgbClr val="da002f">
                  <a:alpha val="85000"/>
                </a:srgbClr>
              </a:gs>
            </a:gsLst>
            <a:lin ang="15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Rectangle 10"/>
          <p:cNvSpPr/>
          <p:nvPr/>
        </p:nvSpPr>
        <p:spPr>
          <a:xfrm flipH="1">
            <a:off x="3028320" y="6400800"/>
            <a:ext cx="6114600" cy="456480"/>
          </a:xfrm>
          <a:prstGeom prst="rect">
            <a:avLst/>
          </a:prstGeom>
          <a:gradFill rotWithShape="0">
            <a:gsLst>
              <a:gs pos="9000">
                <a:srgbClr val="d861d4">
                  <a:alpha val="55000"/>
                </a:srgbClr>
              </a:gs>
              <a:gs pos="99000">
                <a:srgbClr val="92248e"/>
              </a:gs>
            </a:gsLst>
            <a:lin ang="18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3600" spc="-1" strike="noStrike">
                <a:solidFill>
                  <a:schemeClr val="dk1"/>
                </a:solidFill>
                <a:latin typeface="Avenir Next LT Pro Light"/>
              </a:rPr>
              <a:t>Click to edit the title text format</a:t>
            </a:r>
            <a:endParaRPr b="0" lang="en-US" sz="36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venir Next LT Pro Light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venir Next LT Pro Light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  <a:p>
            <a:pPr lvl="2" marL="1296000" indent="-2880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venir Next LT Pro Light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  <a:p>
            <a:pPr lvl="3" marL="1728000" indent="-2160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venir Next LT Pro Light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  <a:p>
            <a:pPr lvl="4" marL="2160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venir Next LT Pro Light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  <a:p>
            <a:pPr lvl="5" marL="2592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venir Next LT Pro Light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  <a:p>
            <a:pPr lvl="6" marL="3024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venir Next LT Pro Light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venir Next LT Pro Light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venir Next LT Pro Light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  <a:p>
            <a:pPr lvl="2" marL="1296000" indent="-2880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venir Next LT Pro Light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  <a:p>
            <a:pPr lvl="3" marL="1728000" indent="-2160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venir Next LT Pro Light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  <a:p>
            <a:pPr lvl="4" marL="2160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venir Next LT Pro Light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  <a:p>
            <a:pPr lvl="5" marL="2592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venir Next LT Pro Light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  <a:p>
            <a:pPr lvl="6" marL="3024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venir Next LT Pro Light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19"/>
          </p:nvPr>
        </p:nvSpPr>
        <p:spPr>
          <a:xfrm rot="5400000">
            <a:off x="-1885680" y="1969200"/>
            <a:ext cx="411444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1" lang="en-US" sz="1070" spc="-1" strike="noStrike">
                <a:solidFill>
                  <a:schemeClr val="dk1"/>
                </a:solidFill>
                <a:latin typeface="Avenir Next LT Pr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1" lang="en-US" sz="1070" spc="-1" strike="noStrike">
                <a:solidFill>
                  <a:schemeClr val="dk1"/>
                </a:solidFill>
                <a:latin typeface="Avenir Next LT Pro"/>
              </a:rPr>
              <a:t>&lt;footer&gt;</a:t>
            </a:r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20"/>
          </p:nvPr>
        </p:nvSpPr>
        <p:spPr>
          <a:xfrm>
            <a:off x="8752320" y="6408720"/>
            <a:ext cx="328680" cy="44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70" spc="-1" strike="noStrike">
                <a:solidFill>
                  <a:schemeClr val="lt1"/>
                </a:solidFill>
                <a:latin typeface="Avenir Next LT Pro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0174C3-E963-4380-B667-8409BEE21BA2}" type="slidenum">
              <a:rPr b="0" lang="en-US" sz="1070" spc="-1" strike="noStrike">
                <a:solidFill>
                  <a:schemeClr val="lt1"/>
                </a:solidFill>
                <a:latin typeface="Avenir Next LT Pro Light"/>
              </a:rPr>
              <a:t>&lt;number&gt;</a:t>
            </a:fld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dt" idx="21"/>
          </p:nvPr>
        </p:nvSpPr>
        <p:spPr>
          <a:xfrm>
            <a:off x="5932440" y="6409080"/>
            <a:ext cx="2776320" cy="44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9"/>
          <p:cNvSpPr/>
          <p:nvPr/>
        </p:nvSpPr>
        <p:spPr>
          <a:xfrm flipH="1" rot="10800000">
            <a:off x="-360" y="6401160"/>
            <a:ext cx="9143640" cy="456480"/>
          </a:xfrm>
          <a:prstGeom prst="rect">
            <a:avLst/>
          </a:prstGeom>
          <a:gradFill rotWithShape="0">
            <a:gsLst>
              <a:gs pos="14000">
                <a:srgbClr val="fe4a00">
                  <a:alpha val="28000"/>
                </a:srgbClr>
              </a:gs>
              <a:gs pos="100000">
                <a:srgbClr val="da002f">
                  <a:alpha val="85000"/>
                </a:srgbClr>
              </a:gs>
            </a:gsLst>
            <a:lin ang="15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Rectangle 10"/>
          <p:cNvSpPr/>
          <p:nvPr/>
        </p:nvSpPr>
        <p:spPr>
          <a:xfrm flipH="1">
            <a:off x="3028320" y="6400800"/>
            <a:ext cx="6114600" cy="456480"/>
          </a:xfrm>
          <a:prstGeom prst="rect">
            <a:avLst/>
          </a:prstGeom>
          <a:gradFill rotWithShape="0">
            <a:gsLst>
              <a:gs pos="9000">
                <a:srgbClr val="d861d4">
                  <a:alpha val="55000"/>
                </a:srgbClr>
              </a:gs>
              <a:gs pos="99000">
                <a:srgbClr val="92248e"/>
              </a:gs>
            </a:gsLst>
            <a:lin ang="18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028880" y="793080"/>
            <a:ext cx="7680240" cy="123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3600" spc="698" strike="noStrike" cap="all">
                <a:solidFill>
                  <a:schemeClr val="dk1"/>
                </a:solidFill>
                <a:latin typeface="Avenir Next LT Pro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1028880" y="2115000"/>
            <a:ext cx="7680240" cy="395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venir Next LT Pro Light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venir Next LT Pro Light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Avenir Next LT Pro Ligh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venir Next LT Pro Light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Avenir Next LT Pro Light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Avenir Next LT Pro Ligh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Avenir Next LT Pro Light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dt" idx="22"/>
          </p:nvPr>
        </p:nvSpPr>
        <p:spPr>
          <a:xfrm>
            <a:off x="5932440" y="6409080"/>
            <a:ext cx="2776320" cy="44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70" spc="398" strike="noStrike" cap="all">
                <a:solidFill>
                  <a:schemeClr val="lt1"/>
                </a:solidFill>
                <a:latin typeface="Avenir Next LT Pro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070" spc="398" strike="noStrike" cap="all">
                <a:solidFill>
                  <a:schemeClr val="lt1"/>
                </a:solidFill>
                <a:latin typeface="Avenir Next LT Pro Light"/>
              </a:rPr>
              <a:t>&lt;date/time&gt;</a:t>
            </a:r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ftr" idx="23"/>
          </p:nvPr>
        </p:nvSpPr>
        <p:spPr>
          <a:xfrm rot="5400000">
            <a:off x="-1885680" y="1969200"/>
            <a:ext cx="411444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1070" spc="-1" strike="noStrike">
                <a:solidFill>
                  <a:schemeClr val="dk1"/>
                </a:solidFill>
                <a:latin typeface="Avenir Next LT Pro"/>
              </a:defRPr>
            </a:lvl1pPr>
          </a:lstStyle>
          <a:p>
            <a:pPr indent="0" algn="ctr">
              <a:buNone/>
            </a:pPr>
            <a:r>
              <a:rPr b="1" lang="en-US" sz="1070" spc="-1" strike="noStrike">
                <a:solidFill>
                  <a:schemeClr val="dk1"/>
                </a:solidFill>
                <a:latin typeface="Avenir Next LT Pro"/>
              </a:rPr>
              <a:t>&lt;footer&gt;</a:t>
            </a:r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sldNum" idx="24"/>
          </p:nvPr>
        </p:nvSpPr>
        <p:spPr>
          <a:xfrm>
            <a:off x="8752320" y="6408720"/>
            <a:ext cx="328680" cy="44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70" spc="-1" strike="noStrike">
                <a:solidFill>
                  <a:schemeClr val="lt1"/>
                </a:solidFill>
                <a:latin typeface="Avenir Next LT Pro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E4A7FA-B575-45BD-97ED-BF1A69464DF1}" type="slidenum">
              <a:rPr b="0" lang="en-US" sz="1070" spc="-1" strike="noStrike">
                <a:solidFill>
                  <a:schemeClr val="lt1"/>
                </a:solidFill>
                <a:latin typeface="Avenir Next LT Pro Light"/>
              </a:rPr>
              <a:t>&lt;number&gt;</a:t>
            </a:fld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9"/>
          <p:cNvSpPr/>
          <p:nvPr/>
        </p:nvSpPr>
        <p:spPr>
          <a:xfrm flipH="1" rot="10800000">
            <a:off x="-360" y="6401160"/>
            <a:ext cx="9143640" cy="456480"/>
          </a:xfrm>
          <a:prstGeom prst="rect">
            <a:avLst/>
          </a:prstGeom>
          <a:gradFill rotWithShape="0">
            <a:gsLst>
              <a:gs pos="14000">
                <a:srgbClr val="fe4a00">
                  <a:alpha val="28000"/>
                </a:srgbClr>
              </a:gs>
              <a:gs pos="100000">
                <a:srgbClr val="da002f">
                  <a:alpha val="85000"/>
                </a:srgbClr>
              </a:gs>
            </a:gsLst>
            <a:lin ang="15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Rectangle 10"/>
          <p:cNvSpPr/>
          <p:nvPr/>
        </p:nvSpPr>
        <p:spPr>
          <a:xfrm flipH="1">
            <a:off x="3028320" y="6400800"/>
            <a:ext cx="6114600" cy="456480"/>
          </a:xfrm>
          <a:prstGeom prst="rect">
            <a:avLst/>
          </a:prstGeom>
          <a:gradFill rotWithShape="0">
            <a:gsLst>
              <a:gs pos="9000">
                <a:srgbClr val="d861d4">
                  <a:alpha val="55000"/>
                </a:srgbClr>
              </a:gs>
              <a:gs pos="99000">
                <a:srgbClr val="92248e"/>
              </a:gs>
            </a:gsLst>
            <a:lin ang="18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035720" y="1709640"/>
            <a:ext cx="7474680" cy="285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5860" spc="999" strike="noStrike" cap="all">
                <a:solidFill>
                  <a:schemeClr val="dk1"/>
                </a:solidFill>
                <a:latin typeface="Avenir Next LT Pro"/>
              </a:rPr>
              <a:t>Click to edit Master title style</a:t>
            </a:r>
            <a:endParaRPr b="0" lang="en-US" sz="586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1035720" y="4976280"/>
            <a:ext cx="7474680" cy="1113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797" strike="noStrike">
                <a:solidFill>
                  <a:schemeClr val="dk1">
                    <a:tint val="75000"/>
                  </a:schemeClr>
                </a:solidFill>
                <a:latin typeface="Avenir Next LT Pro Light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dt" idx="25"/>
          </p:nvPr>
        </p:nvSpPr>
        <p:spPr>
          <a:xfrm>
            <a:off x="5932440" y="6409080"/>
            <a:ext cx="2776320" cy="44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70" spc="398" strike="noStrike" cap="all">
                <a:solidFill>
                  <a:schemeClr val="lt1"/>
                </a:solidFill>
                <a:latin typeface="Avenir Next LT Pro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070" spc="398" strike="noStrike" cap="all">
                <a:solidFill>
                  <a:schemeClr val="lt1"/>
                </a:solidFill>
                <a:latin typeface="Avenir Next LT Pro Light"/>
              </a:rPr>
              <a:t>&lt;date/time&gt;</a:t>
            </a:r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ftr" idx="26"/>
          </p:nvPr>
        </p:nvSpPr>
        <p:spPr>
          <a:xfrm rot="5400000">
            <a:off x="-1885680" y="1969200"/>
            <a:ext cx="411444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1070" spc="-1" strike="noStrike">
                <a:solidFill>
                  <a:schemeClr val="dk1"/>
                </a:solidFill>
                <a:latin typeface="Avenir Next LT Pro"/>
              </a:defRPr>
            </a:lvl1pPr>
          </a:lstStyle>
          <a:p>
            <a:pPr indent="0" algn="ctr">
              <a:buNone/>
            </a:pPr>
            <a:r>
              <a:rPr b="1" lang="en-US" sz="1070" spc="-1" strike="noStrike">
                <a:solidFill>
                  <a:schemeClr val="dk1"/>
                </a:solidFill>
                <a:latin typeface="Avenir Next LT Pro"/>
              </a:rPr>
              <a:t>&lt;footer&gt;</a:t>
            </a:r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sldNum" idx="27"/>
          </p:nvPr>
        </p:nvSpPr>
        <p:spPr>
          <a:xfrm>
            <a:off x="8752320" y="6408720"/>
            <a:ext cx="328680" cy="44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70" spc="-1" strike="noStrike">
                <a:solidFill>
                  <a:schemeClr val="lt1"/>
                </a:solidFill>
                <a:latin typeface="Avenir Next LT Pro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AC2761-E834-4A8F-93D1-2553FCB5D40B}" type="slidenum">
              <a:rPr b="0" lang="en-US" sz="1070" spc="-1" strike="noStrike">
                <a:solidFill>
                  <a:schemeClr val="lt1"/>
                </a:solidFill>
                <a:latin typeface="Avenir Next LT Pro Light"/>
              </a:rPr>
              <a:t>&lt;number&gt;</a:t>
            </a:fld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9"/>
          <p:cNvSpPr/>
          <p:nvPr/>
        </p:nvSpPr>
        <p:spPr>
          <a:xfrm flipH="1" rot="10800000">
            <a:off x="-360" y="6401160"/>
            <a:ext cx="9143640" cy="456480"/>
          </a:xfrm>
          <a:prstGeom prst="rect">
            <a:avLst/>
          </a:prstGeom>
          <a:gradFill rotWithShape="0">
            <a:gsLst>
              <a:gs pos="14000">
                <a:srgbClr val="fe4a00">
                  <a:alpha val="28000"/>
                </a:srgbClr>
              </a:gs>
              <a:gs pos="100000">
                <a:srgbClr val="da002f">
                  <a:alpha val="85000"/>
                </a:srgbClr>
              </a:gs>
            </a:gsLst>
            <a:lin ang="15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Rectangle 10"/>
          <p:cNvSpPr/>
          <p:nvPr/>
        </p:nvSpPr>
        <p:spPr>
          <a:xfrm flipH="1">
            <a:off x="3028320" y="6400800"/>
            <a:ext cx="6114600" cy="456480"/>
          </a:xfrm>
          <a:prstGeom prst="rect">
            <a:avLst/>
          </a:prstGeom>
          <a:gradFill rotWithShape="0">
            <a:gsLst>
              <a:gs pos="9000">
                <a:srgbClr val="d861d4">
                  <a:alpha val="55000"/>
                </a:srgbClr>
              </a:gs>
              <a:gs pos="99000">
                <a:srgbClr val="92248e"/>
              </a:gs>
            </a:gsLst>
            <a:lin ang="18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783000" y="457200"/>
            <a:ext cx="7732080" cy="123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94933"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270" spc="698" strike="noStrike" cap="all">
                <a:solidFill>
                  <a:schemeClr val="dk1"/>
                </a:solidFill>
                <a:latin typeface="Avenir Next LT Pro"/>
              </a:rPr>
              <a:t>Click to edit Master title style</a:t>
            </a:r>
            <a:endParaRPr b="0" lang="en-US" sz="427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783000" y="1996200"/>
            <a:ext cx="3731400" cy="418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venir Next LT Pro Light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venir Next LT Pro Light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Avenir Next LT Pro Ligh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venir Next LT Pro Light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Avenir Next LT Pro Light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Avenir Next LT Pro Ligh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Avenir Next LT Pro Light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629240" y="1996200"/>
            <a:ext cx="3885840" cy="418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venir Next LT Pro Light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venir Next LT Pro Light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Avenir Next LT Pro Ligh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venir Next LT Pro Light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Avenir Next LT Pro Light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Avenir Next LT Pro Ligh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Avenir Next LT Pro Light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dt" idx="28"/>
          </p:nvPr>
        </p:nvSpPr>
        <p:spPr>
          <a:xfrm>
            <a:off x="5932440" y="6409080"/>
            <a:ext cx="2776320" cy="44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70" spc="398" strike="noStrike" cap="all">
                <a:solidFill>
                  <a:schemeClr val="lt1"/>
                </a:solidFill>
                <a:latin typeface="Avenir Next LT Pro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070" spc="398" strike="noStrike" cap="all">
                <a:solidFill>
                  <a:schemeClr val="lt1"/>
                </a:solidFill>
                <a:latin typeface="Avenir Next LT Pro Light"/>
              </a:rPr>
              <a:t>&lt;date/time&gt;</a:t>
            </a:r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ftr" idx="29"/>
          </p:nvPr>
        </p:nvSpPr>
        <p:spPr>
          <a:xfrm rot="5400000">
            <a:off x="-1885680" y="1969200"/>
            <a:ext cx="411444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1070" spc="-1" strike="noStrike">
                <a:solidFill>
                  <a:schemeClr val="dk1"/>
                </a:solidFill>
                <a:latin typeface="Avenir Next LT Pro"/>
              </a:defRPr>
            </a:lvl1pPr>
          </a:lstStyle>
          <a:p>
            <a:pPr indent="0" algn="ctr">
              <a:buNone/>
            </a:pPr>
            <a:r>
              <a:rPr b="1" lang="en-US" sz="1070" spc="-1" strike="noStrike">
                <a:solidFill>
                  <a:schemeClr val="dk1"/>
                </a:solidFill>
                <a:latin typeface="Avenir Next LT Pro"/>
              </a:rPr>
              <a:t>&lt;footer&gt;</a:t>
            </a:r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sldNum" idx="30"/>
          </p:nvPr>
        </p:nvSpPr>
        <p:spPr>
          <a:xfrm>
            <a:off x="8752320" y="6408720"/>
            <a:ext cx="328680" cy="44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70" spc="-1" strike="noStrike">
                <a:solidFill>
                  <a:schemeClr val="lt1"/>
                </a:solidFill>
                <a:latin typeface="Avenir Next LT Pro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426BAA-4EDF-451C-8350-3AADA13D01AC}" type="slidenum">
              <a:rPr b="0" lang="en-US" sz="1070" spc="-1" strike="noStrike">
                <a:solidFill>
                  <a:schemeClr val="lt1"/>
                </a:solidFill>
                <a:latin typeface="Avenir Next LT Pro Light"/>
              </a:rPr>
              <a:t>&lt;number&gt;</a:t>
            </a:fld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9"/>
          <p:cNvSpPr/>
          <p:nvPr/>
        </p:nvSpPr>
        <p:spPr>
          <a:xfrm flipH="1" rot="10800000">
            <a:off x="-360" y="6401160"/>
            <a:ext cx="9143640" cy="456480"/>
          </a:xfrm>
          <a:prstGeom prst="rect">
            <a:avLst/>
          </a:prstGeom>
          <a:gradFill rotWithShape="0">
            <a:gsLst>
              <a:gs pos="14000">
                <a:srgbClr val="fe4a00">
                  <a:alpha val="28000"/>
                </a:srgbClr>
              </a:gs>
              <a:gs pos="100000">
                <a:srgbClr val="da002f">
                  <a:alpha val="85000"/>
                </a:srgbClr>
              </a:gs>
            </a:gsLst>
            <a:lin ang="15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Rectangle 10"/>
          <p:cNvSpPr/>
          <p:nvPr/>
        </p:nvSpPr>
        <p:spPr>
          <a:xfrm flipH="1">
            <a:off x="3028320" y="6400800"/>
            <a:ext cx="6114600" cy="456480"/>
          </a:xfrm>
          <a:prstGeom prst="rect">
            <a:avLst/>
          </a:prstGeom>
          <a:gradFill rotWithShape="0">
            <a:gsLst>
              <a:gs pos="9000">
                <a:srgbClr val="d861d4">
                  <a:alpha val="55000"/>
                </a:srgbClr>
              </a:gs>
              <a:gs pos="99000">
                <a:srgbClr val="92248e"/>
              </a:gs>
            </a:gsLst>
            <a:lin ang="18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026360" y="457200"/>
            <a:ext cx="7489800" cy="123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3740" spc="698" strike="noStrike" cap="all">
                <a:solidFill>
                  <a:schemeClr val="dk1"/>
                </a:solidFill>
                <a:latin typeface="Avenir Next LT Pro"/>
              </a:rPr>
              <a:t>Click to edit Master title style</a:t>
            </a:r>
            <a:endParaRPr b="0" lang="en-US" sz="374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1026360" y="1681200"/>
            <a:ext cx="3471480" cy="82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1"/>
                </a:solidFill>
                <a:latin typeface="Avenir Next LT Pro Light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body"/>
          </p:nvPr>
        </p:nvSpPr>
        <p:spPr>
          <a:xfrm>
            <a:off x="1026360" y="2505240"/>
            <a:ext cx="3471480" cy="368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venir Next LT Pro Light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venir Next LT Pro Light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Avenir Next LT Pro Ligh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venir Next LT Pro Light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Avenir Next LT Pro Light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Avenir Next LT Pro Ligh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Avenir Next LT Pro Light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body"/>
          </p:nvPr>
        </p:nvSpPr>
        <p:spPr>
          <a:xfrm>
            <a:off x="4758480" y="1681200"/>
            <a:ext cx="3757680" cy="82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1"/>
                </a:solidFill>
                <a:latin typeface="Avenir Next LT Pro Light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 type="body"/>
          </p:nvPr>
        </p:nvSpPr>
        <p:spPr>
          <a:xfrm>
            <a:off x="4758480" y="2505240"/>
            <a:ext cx="3757680" cy="368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venir Next LT Pro Light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venir Next LT Pro Light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Avenir Next LT Pro Ligh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venir Next LT Pro Light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Avenir Next LT Pro Light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Avenir Next LT Pro Ligh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Avenir Next LT Pro Light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94" name="PlaceHolder 6"/>
          <p:cNvSpPr>
            <a:spLocks noGrp="1"/>
          </p:cNvSpPr>
          <p:nvPr>
            <p:ph type="dt" idx="31"/>
          </p:nvPr>
        </p:nvSpPr>
        <p:spPr>
          <a:xfrm>
            <a:off x="5932440" y="6409080"/>
            <a:ext cx="2776320" cy="44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70" spc="398" strike="noStrike" cap="all">
                <a:solidFill>
                  <a:schemeClr val="lt1"/>
                </a:solidFill>
                <a:latin typeface="Avenir Next LT Pro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070" spc="398" strike="noStrike" cap="all">
                <a:solidFill>
                  <a:schemeClr val="lt1"/>
                </a:solidFill>
                <a:latin typeface="Avenir Next LT Pro Light"/>
              </a:rPr>
              <a:t>&lt;date/time&gt;</a:t>
            </a:r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PlaceHolder 7"/>
          <p:cNvSpPr>
            <a:spLocks noGrp="1"/>
          </p:cNvSpPr>
          <p:nvPr>
            <p:ph type="ftr" idx="32"/>
          </p:nvPr>
        </p:nvSpPr>
        <p:spPr>
          <a:xfrm rot="5400000">
            <a:off x="-1885680" y="1969200"/>
            <a:ext cx="411444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1070" spc="-1" strike="noStrike">
                <a:solidFill>
                  <a:schemeClr val="dk1"/>
                </a:solidFill>
                <a:latin typeface="Avenir Next LT Pro"/>
              </a:defRPr>
            </a:lvl1pPr>
          </a:lstStyle>
          <a:p>
            <a:pPr indent="0" algn="ctr">
              <a:buNone/>
            </a:pPr>
            <a:r>
              <a:rPr b="1" lang="en-US" sz="1070" spc="-1" strike="noStrike">
                <a:solidFill>
                  <a:schemeClr val="dk1"/>
                </a:solidFill>
                <a:latin typeface="Avenir Next LT Pro"/>
              </a:rPr>
              <a:t>&lt;footer&gt;</a:t>
            </a:r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PlaceHolder 8"/>
          <p:cNvSpPr>
            <a:spLocks noGrp="1"/>
          </p:cNvSpPr>
          <p:nvPr>
            <p:ph type="sldNum" idx="33"/>
          </p:nvPr>
        </p:nvSpPr>
        <p:spPr>
          <a:xfrm>
            <a:off x="8752320" y="6408720"/>
            <a:ext cx="328680" cy="44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70" spc="-1" strike="noStrike">
                <a:solidFill>
                  <a:schemeClr val="lt1"/>
                </a:solidFill>
                <a:latin typeface="Avenir Next LT Pro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C94F0F-E8C1-4DCC-953E-E948CF655EDA}" type="slidenum">
              <a:rPr b="0" lang="en-US" sz="1070" spc="-1" strike="noStrike">
                <a:solidFill>
                  <a:schemeClr val="lt1"/>
                </a:solidFill>
                <a:latin typeface="Avenir Next LT Pro Light"/>
              </a:rPr>
              <a:t>&lt;number&gt;</a:t>
            </a:fld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9"/>
          <p:cNvSpPr/>
          <p:nvPr/>
        </p:nvSpPr>
        <p:spPr>
          <a:xfrm flipH="1" rot="10800000">
            <a:off x="-360" y="6401160"/>
            <a:ext cx="9143640" cy="456480"/>
          </a:xfrm>
          <a:prstGeom prst="rect">
            <a:avLst/>
          </a:prstGeom>
          <a:gradFill rotWithShape="0">
            <a:gsLst>
              <a:gs pos="14000">
                <a:srgbClr val="fe4a00">
                  <a:alpha val="28000"/>
                </a:srgbClr>
              </a:gs>
              <a:gs pos="100000">
                <a:srgbClr val="da002f">
                  <a:alpha val="85000"/>
                </a:srgbClr>
              </a:gs>
            </a:gsLst>
            <a:lin ang="15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Rectangle 10"/>
          <p:cNvSpPr/>
          <p:nvPr/>
        </p:nvSpPr>
        <p:spPr>
          <a:xfrm flipH="1">
            <a:off x="3028320" y="6400800"/>
            <a:ext cx="6114600" cy="456480"/>
          </a:xfrm>
          <a:prstGeom prst="rect">
            <a:avLst/>
          </a:prstGeom>
          <a:gradFill rotWithShape="0">
            <a:gsLst>
              <a:gs pos="9000">
                <a:srgbClr val="d861d4">
                  <a:alpha val="55000"/>
                </a:srgbClr>
              </a:gs>
              <a:gs pos="99000">
                <a:srgbClr val="92248e"/>
              </a:gs>
            </a:gsLst>
            <a:lin ang="18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028880" y="457200"/>
            <a:ext cx="7486200" cy="123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94933"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270" spc="698" strike="noStrike" cap="all">
                <a:solidFill>
                  <a:schemeClr val="dk1"/>
                </a:solidFill>
                <a:latin typeface="Avenir Next LT Pro"/>
              </a:rPr>
              <a:t>Click to edit Master title style</a:t>
            </a:r>
            <a:endParaRPr b="0" lang="en-US" sz="427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dt" idx="34"/>
          </p:nvPr>
        </p:nvSpPr>
        <p:spPr>
          <a:xfrm>
            <a:off x="5932440" y="6409080"/>
            <a:ext cx="2776320" cy="44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70" spc="398" strike="noStrike" cap="all">
                <a:solidFill>
                  <a:schemeClr val="lt1"/>
                </a:solidFill>
                <a:latin typeface="Avenir Next LT Pro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070" spc="398" strike="noStrike" cap="all">
                <a:solidFill>
                  <a:schemeClr val="lt1"/>
                </a:solidFill>
                <a:latin typeface="Avenir Next LT Pro Light"/>
              </a:rPr>
              <a:t>&lt;date/time&gt;</a:t>
            </a:r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ftr" idx="35"/>
          </p:nvPr>
        </p:nvSpPr>
        <p:spPr>
          <a:xfrm rot="5400000">
            <a:off x="-1885680" y="1969200"/>
            <a:ext cx="411444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1070" spc="-1" strike="noStrike">
                <a:solidFill>
                  <a:schemeClr val="dk1"/>
                </a:solidFill>
                <a:latin typeface="Avenir Next LT Pro"/>
              </a:defRPr>
            </a:lvl1pPr>
          </a:lstStyle>
          <a:p>
            <a:pPr indent="0" algn="ctr">
              <a:buNone/>
            </a:pPr>
            <a:r>
              <a:rPr b="1" lang="en-US" sz="1070" spc="-1" strike="noStrike">
                <a:solidFill>
                  <a:schemeClr val="dk1"/>
                </a:solidFill>
                <a:latin typeface="Avenir Next LT Pro"/>
              </a:rPr>
              <a:t>&lt;footer&gt;</a:t>
            </a:r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sldNum" idx="36"/>
          </p:nvPr>
        </p:nvSpPr>
        <p:spPr>
          <a:xfrm>
            <a:off x="8752320" y="6408720"/>
            <a:ext cx="328680" cy="44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70" spc="-1" strike="noStrike">
                <a:solidFill>
                  <a:schemeClr val="lt1"/>
                </a:solidFill>
                <a:latin typeface="Avenir Next LT Pro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8344D7-A6BD-41E2-8431-2018A2916F64}" type="slidenum">
              <a:rPr b="0" lang="en-US" sz="1070" spc="-1" strike="noStrike">
                <a:solidFill>
                  <a:schemeClr val="lt1"/>
                </a:solidFill>
                <a:latin typeface="Avenir Next LT Pro Light"/>
              </a:rPr>
              <a:t>&lt;number&gt;</a:t>
            </a:fld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venir Next LT Pro Light"/>
              </a:rPr>
              <a:t>Click to edit the outline text format</a:t>
            </a:r>
            <a:endParaRPr b="0" lang="en-US" sz="20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venir Next LT Pro Light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venir Next LT Pro Light"/>
            </a:endParaRPr>
          </a:p>
          <a:p>
            <a:pPr lvl="2" marL="1296000" indent="-2880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Avenir Next LT Pro Light"/>
              </a:rPr>
              <a:t>Third Outline Level</a:t>
            </a:r>
            <a:endParaRPr b="0" lang="en-US" sz="1600" spc="-1" strike="noStrike">
              <a:solidFill>
                <a:schemeClr val="dk1"/>
              </a:solidFill>
              <a:latin typeface="Avenir Next LT Pro Light"/>
            </a:endParaRPr>
          </a:p>
          <a:p>
            <a:pPr lvl="3" marL="1728000" indent="-2160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chemeClr val="dk1"/>
                </a:solidFill>
                <a:latin typeface="Avenir Next LT Pro Light"/>
              </a:rPr>
              <a:t>Fourth Outline Level</a:t>
            </a:r>
            <a:endParaRPr b="0" lang="en-US" sz="1600" spc="-1" strike="noStrike">
              <a:solidFill>
                <a:schemeClr val="dk1"/>
              </a:solidFill>
              <a:latin typeface="Avenir Next LT Pro Light"/>
            </a:endParaRPr>
          </a:p>
          <a:p>
            <a:pPr lvl="4" marL="2160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venir Next LT Pro Light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venir Next LT Pro Light"/>
            </a:endParaRPr>
          </a:p>
          <a:p>
            <a:pPr lvl="5" marL="2592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venir Next LT Pro Light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venir Next LT Pro Light"/>
            </a:endParaRPr>
          </a:p>
          <a:p>
            <a:pPr lvl="6" marL="3024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venir Next LT Pro Light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venir Next LT Pro 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9"/>
          <p:cNvSpPr/>
          <p:nvPr/>
        </p:nvSpPr>
        <p:spPr>
          <a:xfrm flipH="1" rot="10800000">
            <a:off x="-360" y="6401160"/>
            <a:ext cx="9143640" cy="456480"/>
          </a:xfrm>
          <a:prstGeom prst="rect">
            <a:avLst/>
          </a:prstGeom>
          <a:gradFill rotWithShape="0">
            <a:gsLst>
              <a:gs pos="14000">
                <a:srgbClr val="fe4a00">
                  <a:alpha val="28000"/>
                </a:srgbClr>
              </a:gs>
              <a:gs pos="100000">
                <a:srgbClr val="da002f">
                  <a:alpha val="85000"/>
                </a:srgbClr>
              </a:gs>
            </a:gsLst>
            <a:lin ang="15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Rectangle 10"/>
          <p:cNvSpPr/>
          <p:nvPr/>
        </p:nvSpPr>
        <p:spPr>
          <a:xfrm flipH="1">
            <a:off x="3028320" y="6400800"/>
            <a:ext cx="6114600" cy="456480"/>
          </a:xfrm>
          <a:prstGeom prst="rect">
            <a:avLst/>
          </a:prstGeom>
          <a:gradFill rotWithShape="0">
            <a:gsLst>
              <a:gs pos="9000">
                <a:srgbClr val="d861d4">
                  <a:alpha val="55000"/>
                </a:srgbClr>
              </a:gs>
              <a:gs pos="99000">
                <a:srgbClr val="92248e"/>
              </a:gs>
            </a:gsLst>
            <a:lin ang="18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1"/>
          <p:cNvSpPr>
            <a:spLocks noGrp="1"/>
          </p:cNvSpPr>
          <p:nvPr>
            <p:ph type="dt" idx="37"/>
          </p:nvPr>
        </p:nvSpPr>
        <p:spPr>
          <a:xfrm>
            <a:off x="5932440" y="6409080"/>
            <a:ext cx="2776320" cy="44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70" spc="398" strike="noStrike" cap="all">
                <a:solidFill>
                  <a:schemeClr val="lt1"/>
                </a:solidFill>
                <a:latin typeface="Avenir Next LT Pro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070" spc="398" strike="noStrike" cap="all">
                <a:solidFill>
                  <a:schemeClr val="lt1"/>
                </a:solidFill>
                <a:latin typeface="Avenir Next LT Pro Light"/>
              </a:rPr>
              <a:t>&lt;date/time&gt;</a:t>
            </a:r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ftr" idx="38"/>
          </p:nvPr>
        </p:nvSpPr>
        <p:spPr>
          <a:xfrm rot="5400000">
            <a:off x="-1885680" y="1969200"/>
            <a:ext cx="411444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1070" spc="-1" strike="noStrike">
                <a:solidFill>
                  <a:schemeClr val="dk1"/>
                </a:solidFill>
                <a:latin typeface="Avenir Next LT Pro"/>
              </a:defRPr>
            </a:lvl1pPr>
          </a:lstStyle>
          <a:p>
            <a:pPr indent="0" algn="ctr">
              <a:buNone/>
            </a:pPr>
            <a:r>
              <a:rPr b="1" lang="en-US" sz="1070" spc="-1" strike="noStrike">
                <a:solidFill>
                  <a:schemeClr val="dk1"/>
                </a:solidFill>
                <a:latin typeface="Avenir Next LT Pro"/>
              </a:rPr>
              <a:t>&lt;footer&gt;</a:t>
            </a:r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39"/>
          </p:nvPr>
        </p:nvSpPr>
        <p:spPr>
          <a:xfrm>
            <a:off x="8752320" y="6408720"/>
            <a:ext cx="328680" cy="44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70" spc="-1" strike="noStrike">
                <a:solidFill>
                  <a:schemeClr val="lt1"/>
                </a:solidFill>
                <a:latin typeface="Avenir Next LT Pro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C021CD-8FED-4492-B3F5-287320AEEEC0}" type="slidenum">
              <a:rPr b="0" lang="en-US" sz="1070" spc="-1" strike="noStrike">
                <a:solidFill>
                  <a:schemeClr val="lt1"/>
                </a:solidFill>
                <a:latin typeface="Avenir Next LT Pro Light"/>
              </a:rPr>
              <a:t>&lt;number&gt;</a:t>
            </a:fld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9"/>
          <p:cNvSpPr/>
          <p:nvPr/>
        </p:nvSpPr>
        <p:spPr>
          <a:xfrm flipH="1" rot="10800000">
            <a:off x="-360" y="6401160"/>
            <a:ext cx="9143640" cy="456480"/>
          </a:xfrm>
          <a:prstGeom prst="rect">
            <a:avLst/>
          </a:prstGeom>
          <a:gradFill rotWithShape="0">
            <a:gsLst>
              <a:gs pos="14000">
                <a:srgbClr val="fe4a00">
                  <a:alpha val="28000"/>
                </a:srgbClr>
              </a:gs>
              <a:gs pos="100000">
                <a:srgbClr val="da002f">
                  <a:alpha val="85000"/>
                </a:srgbClr>
              </a:gs>
            </a:gsLst>
            <a:lin ang="15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Rectangle 10"/>
          <p:cNvSpPr/>
          <p:nvPr/>
        </p:nvSpPr>
        <p:spPr>
          <a:xfrm flipH="1">
            <a:off x="3028320" y="6400800"/>
            <a:ext cx="6114600" cy="456480"/>
          </a:xfrm>
          <a:prstGeom prst="rect">
            <a:avLst/>
          </a:prstGeom>
          <a:gradFill rotWithShape="0">
            <a:gsLst>
              <a:gs pos="9000">
                <a:srgbClr val="d861d4">
                  <a:alpha val="55000"/>
                </a:srgbClr>
              </a:gs>
              <a:gs pos="99000">
                <a:srgbClr val="92248e"/>
              </a:gs>
            </a:gsLst>
            <a:lin ang="18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988920" y="457200"/>
            <a:ext cx="2948760" cy="19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270" spc="698" strike="noStrike" cap="all">
                <a:solidFill>
                  <a:schemeClr val="dk1"/>
                </a:solidFill>
                <a:latin typeface="Avenir Next LT Pro"/>
              </a:rPr>
              <a:t>Click to edit Master title style</a:t>
            </a:r>
            <a:endParaRPr b="0" lang="en-US" sz="427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4236120" y="987480"/>
            <a:ext cx="4280040" cy="487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740" spc="-1" strike="noStrike">
                <a:solidFill>
                  <a:schemeClr val="dk1"/>
                </a:solidFill>
                <a:latin typeface="Avenir Next LT Pro Light"/>
              </a:rPr>
              <a:t>Click to edit Master text styles</a:t>
            </a:r>
            <a:endParaRPr b="0" lang="en-US" sz="374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Avenir Next LT Pro Light"/>
              </a:rPr>
              <a:t>Second level</a:t>
            </a:r>
            <a:endParaRPr b="0" lang="en-US" sz="3200" spc="-1" strike="noStrike">
              <a:solidFill>
                <a:schemeClr val="dk1"/>
              </a:solidFill>
              <a:latin typeface="Avenir Next LT Pro Ligh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pc="-1" strike="noStrike">
                <a:solidFill>
                  <a:schemeClr val="dk1"/>
                </a:solidFill>
                <a:latin typeface="Avenir Next LT Pro Light"/>
              </a:rPr>
              <a:t>Third level</a:t>
            </a:r>
            <a:endParaRPr b="0" lang="en-US" sz="2660" spc="-1" strike="noStrike">
              <a:solidFill>
                <a:schemeClr val="dk1"/>
              </a:solidFill>
              <a:latin typeface="Avenir Next LT Pro Ligh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venir Next LT Pro Light"/>
              </a:rPr>
              <a:t>Fourth level</a:t>
            </a:r>
            <a:endParaRPr b="0" lang="en-US" sz="2400" spc="-1" strike="noStrike">
              <a:solidFill>
                <a:schemeClr val="dk1"/>
              </a:solidFill>
              <a:latin typeface="Avenir Next LT Pro Ligh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venir Next LT Pro Light"/>
              </a:rPr>
              <a:t>Fifth level</a:t>
            </a:r>
            <a:endParaRPr b="0" lang="en-US" sz="24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988920" y="2799360"/>
            <a:ext cx="2948760" cy="306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130" spc="-1" strike="noStrike">
                <a:solidFill>
                  <a:schemeClr val="dk1"/>
                </a:solidFill>
                <a:latin typeface="Avenir Next LT Pro Light"/>
              </a:rPr>
              <a:t>Click to edit Master text styles</a:t>
            </a:r>
            <a:endParaRPr b="0" lang="en-US" sz="213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dt" idx="40"/>
          </p:nvPr>
        </p:nvSpPr>
        <p:spPr>
          <a:xfrm>
            <a:off x="5932440" y="6409080"/>
            <a:ext cx="2776320" cy="44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70" spc="398" strike="noStrike" cap="all">
                <a:solidFill>
                  <a:schemeClr val="lt1"/>
                </a:solidFill>
                <a:latin typeface="Avenir Next LT Pro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070" spc="398" strike="noStrike" cap="all">
                <a:solidFill>
                  <a:schemeClr val="lt1"/>
                </a:solidFill>
                <a:latin typeface="Avenir Next LT Pro Light"/>
              </a:rPr>
              <a:t>&lt;date/time&gt;</a:t>
            </a:r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PlaceHolder 5"/>
          <p:cNvSpPr>
            <a:spLocks noGrp="1"/>
          </p:cNvSpPr>
          <p:nvPr>
            <p:ph type="ftr" idx="41"/>
          </p:nvPr>
        </p:nvSpPr>
        <p:spPr>
          <a:xfrm rot="5400000">
            <a:off x="-1885680" y="1969200"/>
            <a:ext cx="411444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1070" spc="-1" strike="noStrike">
                <a:solidFill>
                  <a:schemeClr val="dk1"/>
                </a:solidFill>
                <a:latin typeface="Avenir Next LT Pro"/>
              </a:defRPr>
            </a:lvl1pPr>
          </a:lstStyle>
          <a:p>
            <a:pPr indent="0" algn="ctr">
              <a:buNone/>
            </a:pPr>
            <a:r>
              <a:rPr b="1" lang="en-US" sz="1070" spc="-1" strike="noStrike">
                <a:solidFill>
                  <a:schemeClr val="dk1"/>
                </a:solidFill>
                <a:latin typeface="Avenir Next LT Pro"/>
              </a:rPr>
              <a:t>&lt;footer&gt;</a:t>
            </a:r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PlaceHolder 6"/>
          <p:cNvSpPr>
            <a:spLocks noGrp="1"/>
          </p:cNvSpPr>
          <p:nvPr>
            <p:ph type="sldNum" idx="42"/>
          </p:nvPr>
        </p:nvSpPr>
        <p:spPr>
          <a:xfrm>
            <a:off x="8752320" y="6408720"/>
            <a:ext cx="328680" cy="44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70" spc="-1" strike="noStrike">
                <a:solidFill>
                  <a:schemeClr val="lt1"/>
                </a:solidFill>
                <a:latin typeface="Avenir Next LT Pro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BA0AE1-28F3-4220-A9E0-8BA6E732D9EC}" type="slidenum">
              <a:rPr b="0" lang="en-US" sz="1070" spc="-1" strike="noStrike">
                <a:solidFill>
                  <a:schemeClr val="lt1"/>
                </a:solidFill>
                <a:latin typeface="Avenir Next LT Pro Light"/>
              </a:rPr>
              <a:t>&lt;number&gt;</a:t>
            </a:fld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9"/>
          <p:cNvSpPr/>
          <p:nvPr/>
        </p:nvSpPr>
        <p:spPr>
          <a:xfrm flipH="1" rot="10800000">
            <a:off x="-360" y="6401160"/>
            <a:ext cx="9143640" cy="456480"/>
          </a:xfrm>
          <a:prstGeom prst="rect">
            <a:avLst/>
          </a:prstGeom>
          <a:gradFill rotWithShape="0">
            <a:gsLst>
              <a:gs pos="14000">
                <a:srgbClr val="fe4a00">
                  <a:alpha val="28000"/>
                </a:srgbClr>
              </a:gs>
              <a:gs pos="100000">
                <a:srgbClr val="da002f">
                  <a:alpha val="85000"/>
                </a:srgbClr>
              </a:gs>
            </a:gsLst>
            <a:lin ang="15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Rectangle 10"/>
          <p:cNvSpPr/>
          <p:nvPr/>
        </p:nvSpPr>
        <p:spPr>
          <a:xfrm flipH="1">
            <a:off x="3028320" y="6400800"/>
            <a:ext cx="6114600" cy="456480"/>
          </a:xfrm>
          <a:prstGeom prst="rect">
            <a:avLst/>
          </a:prstGeom>
          <a:gradFill rotWithShape="0">
            <a:gsLst>
              <a:gs pos="9000">
                <a:srgbClr val="d861d4">
                  <a:alpha val="55000"/>
                </a:srgbClr>
              </a:gs>
              <a:gs pos="99000">
                <a:srgbClr val="92248e"/>
              </a:gs>
            </a:gsLst>
            <a:lin ang="18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034280" y="681120"/>
            <a:ext cx="2948760" cy="159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270" spc="698" strike="noStrike" cap="all">
                <a:solidFill>
                  <a:schemeClr val="dk1"/>
                </a:solidFill>
                <a:latin typeface="Avenir Next LT Pro"/>
              </a:rPr>
              <a:t>Click to edit Master title style</a:t>
            </a:r>
            <a:endParaRPr b="0" lang="en-US" sz="427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4376160" y="858240"/>
            <a:ext cx="4140000" cy="500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pc="-1" strike="noStrike">
                <a:solidFill>
                  <a:schemeClr val="dk1"/>
                </a:solidFill>
                <a:latin typeface="Avenir Next LT Pro Light"/>
              </a:rPr>
              <a:t>Click to edit the outline text format</a:t>
            </a:r>
            <a:endParaRPr b="0" lang="en-US" sz="427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4270" spc="-1" strike="noStrike">
                <a:solidFill>
                  <a:schemeClr val="dk1"/>
                </a:solidFill>
                <a:latin typeface="Avenir Next LT Pro Light"/>
              </a:rPr>
              <a:t>Second Outline Level</a:t>
            </a:r>
            <a:endParaRPr b="0" lang="en-US" sz="4270" spc="-1" strike="noStrike">
              <a:solidFill>
                <a:schemeClr val="dk1"/>
              </a:solidFill>
              <a:latin typeface="Avenir Next LT Pro Light"/>
            </a:endParaRPr>
          </a:p>
          <a:p>
            <a:pPr lvl="2" marL="1296000" indent="-2880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pc="-1" strike="noStrike">
                <a:solidFill>
                  <a:schemeClr val="dk1"/>
                </a:solidFill>
                <a:latin typeface="Avenir Next LT Pro Light"/>
              </a:rPr>
              <a:t>Third Outline Level</a:t>
            </a:r>
            <a:endParaRPr b="0" lang="en-US" sz="4270" spc="-1" strike="noStrike">
              <a:solidFill>
                <a:schemeClr val="dk1"/>
              </a:solidFill>
              <a:latin typeface="Avenir Next LT Pro Light"/>
            </a:endParaRPr>
          </a:p>
          <a:p>
            <a:pPr lvl="3" marL="1728000" indent="-2160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4270" spc="-1" strike="noStrike">
                <a:solidFill>
                  <a:schemeClr val="dk1"/>
                </a:solidFill>
                <a:latin typeface="Avenir Next LT Pro Light"/>
              </a:rPr>
              <a:t>Fourth Outline Level</a:t>
            </a:r>
            <a:endParaRPr b="0" lang="en-US" sz="4270" spc="-1" strike="noStrike">
              <a:solidFill>
                <a:schemeClr val="dk1"/>
              </a:solidFill>
              <a:latin typeface="Avenir Next LT Pro Light"/>
            </a:endParaRPr>
          </a:p>
          <a:p>
            <a:pPr lvl="4" marL="2160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pc="-1" strike="noStrike">
                <a:solidFill>
                  <a:schemeClr val="dk1"/>
                </a:solidFill>
                <a:latin typeface="Avenir Next LT Pro Light"/>
              </a:rPr>
              <a:t>Fifth Outline Level</a:t>
            </a:r>
            <a:endParaRPr b="0" lang="en-US" sz="4270" spc="-1" strike="noStrike">
              <a:solidFill>
                <a:schemeClr val="dk1"/>
              </a:solidFill>
              <a:latin typeface="Avenir Next LT Pro Light"/>
            </a:endParaRPr>
          </a:p>
          <a:p>
            <a:pPr lvl="5" marL="2592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pc="-1" strike="noStrike">
                <a:solidFill>
                  <a:schemeClr val="dk1"/>
                </a:solidFill>
                <a:latin typeface="Avenir Next LT Pro Light"/>
              </a:rPr>
              <a:t>Sixth Outline Level</a:t>
            </a:r>
            <a:endParaRPr b="0" lang="en-US" sz="4270" spc="-1" strike="noStrike">
              <a:solidFill>
                <a:schemeClr val="dk1"/>
              </a:solidFill>
              <a:latin typeface="Avenir Next LT Pro Light"/>
            </a:endParaRPr>
          </a:p>
          <a:p>
            <a:pPr lvl="6" marL="3024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pc="-1" strike="noStrike">
                <a:solidFill>
                  <a:schemeClr val="dk1"/>
                </a:solidFill>
                <a:latin typeface="Avenir Next LT Pro Light"/>
              </a:rPr>
              <a:t>Seventh Outline Level</a:t>
            </a:r>
            <a:endParaRPr b="0" lang="en-US" sz="427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1034280" y="2281320"/>
            <a:ext cx="2948760" cy="381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130" spc="-1" strike="noStrike">
                <a:solidFill>
                  <a:schemeClr val="dk1"/>
                </a:solidFill>
                <a:latin typeface="Avenir Next LT Pro Light"/>
              </a:rPr>
              <a:t>Click to edit Master text styles</a:t>
            </a:r>
            <a:endParaRPr b="0" lang="en-US" sz="213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dt" idx="43"/>
          </p:nvPr>
        </p:nvSpPr>
        <p:spPr>
          <a:xfrm>
            <a:off x="5932440" y="6409080"/>
            <a:ext cx="2776320" cy="44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70" spc="398" strike="noStrike" cap="all">
                <a:solidFill>
                  <a:schemeClr val="lt1"/>
                </a:solidFill>
                <a:latin typeface="Avenir Next LT Pro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070" spc="398" strike="noStrike" cap="all">
                <a:solidFill>
                  <a:schemeClr val="lt1"/>
                </a:solidFill>
                <a:latin typeface="Avenir Next LT Pro Light"/>
              </a:rPr>
              <a:t>&lt;date/time&gt;</a:t>
            </a:r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 type="ftr" idx="44"/>
          </p:nvPr>
        </p:nvSpPr>
        <p:spPr>
          <a:xfrm rot="5400000">
            <a:off x="-1885680" y="1969200"/>
            <a:ext cx="411444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1070" spc="-1" strike="noStrike">
                <a:solidFill>
                  <a:schemeClr val="dk1"/>
                </a:solidFill>
                <a:latin typeface="Avenir Next LT Pro"/>
              </a:defRPr>
            </a:lvl1pPr>
          </a:lstStyle>
          <a:p>
            <a:pPr indent="0" algn="ctr">
              <a:buNone/>
            </a:pPr>
            <a:r>
              <a:rPr b="1" lang="en-US" sz="1070" spc="-1" strike="noStrike">
                <a:solidFill>
                  <a:schemeClr val="dk1"/>
                </a:solidFill>
                <a:latin typeface="Avenir Next LT Pro"/>
              </a:rPr>
              <a:t>&lt;footer&gt;</a:t>
            </a:r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PlaceHolder 6"/>
          <p:cNvSpPr>
            <a:spLocks noGrp="1"/>
          </p:cNvSpPr>
          <p:nvPr>
            <p:ph type="sldNum" idx="45"/>
          </p:nvPr>
        </p:nvSpPr>
        <p:spPr>
          <a:xfrm>
            <a:off x="8752320" y="6408720"/>
            <a:ext cx="328680" cy="44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70" spc="-1" strike="noStrike">
                <a:solidFill>
                  <a:schemeClr val="lt1"/>
                </a:solidFill>
                <a:latin typeface="Avenir Next LT Pro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574112-68C2-43F4-AC7C-730AD307E150}" type="slidenum">
              <a:rPr b="0" lang="en-US" sz="1070" spc="-1" strike="noStrike">
                <a:solidFill>
                  <a:schemeClr val="lt1"/>
                </a:solidFill>
                <a:latin typeface="Avenir Next LT Pro Light"/>
              </a:rPr>
              <a:t>&lt;number&gt;</a:t>
            </a:fld>
            <a:endParaRPr b="0" lang="en-US" sz="10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 cap="all">
                <a:solidFill>
                  <a:schemeClr val="dk1"/>
                </a:solidFill>
                <a:latin typeface="Calibri"/>
              </a:rPr>
              <a:t>Credit Card Transactions </a:t>
            </a:r>
            <a:r>
              <a:rPr b="1" lang="en-US" sz="3600" spc="-1" strike="noStrike" cap="all">
                <a:solidFill>
                  <a:schemeClr val="dk1"/>
                </a:solidFill>
                <a:latin typeface="Calibri"/>
              </a:rPr>
              <a:t>Insights Report</a:t>
            </a:r>
            <a:endParaRPr b="0" lang="en-US" sz="36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subTitle"/>
          </p:nvPr>
        </p:nvSpPr>
        <p:spPr>
          <a:xfrm>
            <a:off x="1143360" y="3886200"/>
            <a:ext cx="6400080" cy="175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Prepared by: Katlego Kgakgamatso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slow">
    <p:wipe dir="l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 cap="all">
                <a:solidFill>
                  <a:schemeClr val="dk1"/>
                </a:solidFill>
                <a:latin typeface="Calibri"/>
              </a:rPr>
              <a:t>Project Overview</a:t>
            </a:r>
            <a:endParaRPr b="0" lang="en-US" sz="44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Power BI dashboard analyzing credit card transaction behavior</a:t>
            </a:r>
            <a:endParaRPr b="0" lang="en-US" sz="32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Includes trends, card type performance, customer segmentation, category spending</a:t>
            </a:r>
            <a:endParaRPr b="0" lang="en-US" sz="28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Supports strategic decision-making for banking operations</a:t>
            </a:r>
            <a:endParaRPr b="0" lang="en-US" sz="2800" spc="-1" strike="noStrike">
              <a:solidFill>
                <a:schemeClr val="dk1"/>
              </a:solidFill>
              <a:latin typeface="Avenir Next LT Pro Light"/>
            </a:endParaRPr>
          </a:p>
        </p:txBody>
      </p:sp>
    </p:spTree>
  </p:cSld>
  <p:transition spd="slow">
    <p:wipe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 cap="all">
                <a:solidFill>
                  <a:schemeClr val="dk1"/>
                </a:solidFill>
                <a:latin typeface="Calibri"/>
              </a:rPr>
              <a:t>Data Preparation Steps</a:t>
            </a:r>
            <a:endParaRPr b="0" lang="en-US" sz="44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457200" y="13716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Data Cleaning: removed duplicates, standardized dates, normalized card categories</a:t>
            </a:r>
            <a:endParaRPr b="0" lang="en-US" sz="28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Data Transformation: aggregated by city, gender, card type, and category</a:t>
            </a:r>
            <a:endParaRPr b="0" lang="en-US" sz="26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Feature Engineering: created KPIs (total spend, avg transaction, count)</a:t>
            </a:r>
            <a:endParaRPr b="0" lang="en-US" sz="26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Data Modeling: dataset was a single table; in production, this would typically be modeled into a star schema separating facts (transactions) from dimensions (customers, cards, dates, cities, categories)</a:t>
            </a:r>
            <a:endParaRPr b="0" lang="en-US" sz="2600" spc="-1" strike="noStrike">
              <a:solidFill>
                <a:schemeClr val="dk1"/>
              </a:solidFill>
              <a:latin typeface="Avenir Next LT Pro Light"/>
            </a:endParaRPr>
          </a:p>
        </p:txBody>
      </p:sp>
    </p:spTree>
  </p:cSld>
  <p:transition spd="slow">
    <p:wipe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7852680" cy="116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 cap="all">
                <a:solidFill>
                  <a:schemeClr val="dk1"/>
                </a:solidFill>
                <a:latin typeface="Calibri"/>
              </a:rPr>
              <a:t>Data Model</a:t>
            </a:r>
            <a:endParaRPr b="0" lang="en-US" sz="4400" spc="-1" strike="noStrike">
              <a:solidFill>
                <a:schemeClr val="dk1"/>
              </a:solidFill>
              <a:latin typeface="Avenir Next LT Pro Light"/>
            </a:endParaRPr>
          </a:p>
        </p:txBody>
      </p:sp>
      <p:pic>
        <p:nvPicPr>
          <p:cNvPr id="133" name="Picture 85" descr=""/>
          <p:cNvPicPr/>
          <p:nvPr/>
        </p:nvPicPr>
        <p:blipFill>
          <a:blip r:embed="rId1"/>
          <a:srcRect l="0" t="32239" r="27331" b="0"/>
          <a:stretch/>
        </p:blipFill>
        <p:spPr>
          <a:xfrm>
            <a:off x="3657600" y="1600200"/>
            <a:ext cx="4800240" cy="4571640"/>
          </a:xfrm>
          <a:prstGeom prst="rect">
            <a:avLst/>
          </a:prstGeom>
          <a:ln w="0">
            <a:noFill/>
          </a:ln>
        </p:spPr>
      </p:pic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706320" y="1600200"/>
            <a:ext cx="2493720" cy="457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The dataset was a single table; in production, this would typically be modeled into a star schema separating facts (transactions) from dimensions (customers, cards, dates, cities, categories)</a:t>
            </a:r>
            <a:endParaRPr b="0" lang="en-US" sz="2000" spc="-1" strike="noStrike">
              <a:solidFill>
                <a:schemeClr val="dk1"/>
              </a:solidFill>
              <a:latin typeface="Avenir Next LT Pro Light"/>
            </a:endParaRPr>
          </a:p>
        </p:txBody>
      </p:sp>
    </p:spTree>
  </p:cSld>
  <p:transition spd="slow">
    <p:wipe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028880" y="457200"/>
            <a:ext cx="7486200" cy="123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 cap="all">
                <a:solidFill>
                  <a:schemeClr val="dk1"/>
                </a:solidFill>
                <a:latin typeface="Calibri"/>
              </a:rPr>
              <a:t>Dashboard Overview</a:t>
            </a:r>
            <a:endParaRPr b="0" lang="en-US" sz="4400" spc="-1" strike="noStrike">
              <a:solidFill>
                <a:schemeClr val="dk1"/>
              </a:solidFill>
              <a:latin typeface="Avenir Next LT Pro Light"/>
            </a:endParaRPr>
          </a:p>
        </p:txBody>
      </p:sp>
      <p:pic>
        <p:nvPicPr>
          <p:cNvPr id="136" name="Picture 2" descr="ab120c45-e301-4121-b877-85a09f6c4654.png"/>
          <p:cNvPicPr/>
          <p:nvPr/>
        </p:nvPicPr>
        <p:blipFill>
          <a:blip r:embed="rId1"/>
          <a:stretch/>
        </p:blipFill>
        <p:spPr>
          <a:xfrm>
            <a:off x="487440" y="1471680"/>
            <a:ext cx="8163720" cy="457128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 cap="all">
                <a:solidFill>
                  <a:schemeClr val="dk1"/>
                </a:solidFill>
                <a:latin typeface="Calibri"/>
              </a:rPr>
              <a:t>Spending by Category – Insights</a:t>
            </a:r>
            <a:endParaRPr b="0" lang="en-US" sz="44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Food (22%) and Grocery (20%) are the highest spending categories</a:t>
            </a:r>
            <a:endParaRPr b="0" lang="en-US" sz="32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Shows customers use credit cards mainly for daily lifestyle expenses</a:t>
            </a:r>
            <a:endParaRPr b="0" lang="en-US" sz="28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Insight Use: Strong opportunity for category-based merchant partnerships</a:t>
            </a:r>
            <a:endParaRPr b="0" lang="en-US" sz="28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Business Action: Develop grocery &amp; food cashback campaigns</a:t>
            </a:r>
            <a:endParaRPr b="0" lang="en-US" sz="2800" spc="-1" strike="noStrike">
              <a:solidFill>
                <a:schemeClr val="dk1"/>
              </a:solidFill>
              <a:latin typeface="Avenir Next LT Pro Light"/>
            </a:endParaRPr>
          </a:p>
        </p:txBody>
      </p:sp>
    </p:spTree>
  </p:cSld>
  <p:transition spd="slow">
    <p:wipe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1028880" y="457200"/>
            <a:ext cx="7486200" cy="123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 cap="all">
                <a:solidFill>
                  <a:schemeClr val="dk1"/>
                </a:solidFill>
                <a:latin typeface="Calibri"/>
              </a:rPr>
              <a:t>Category Visualization</a:t>
            </a:r>
            <a:endParaRPr b="0" lang="en-US" sz="4400" spc="-1" strike="noStrike">
              <a:solidFill>
                <a:schemeClr val="dk1"/>
              </a:solidFill>
              <a:latin typeface="Avenir Next LT Pro Light"/>
            </a:endParaRPr>
          </a:p>
        </p:txBody>
      </p:sp>
      <p:pic>
        <p:nvPicPr>
          <p:cNvPr id="140" name="Picture 2" descr="ab120c45-e301-4121-b877-85a09f6c4654.png"/>
          <p:cNvPicPr/>
          <p:nvPr/>
        </p:nvPicPr>
        <p:blipFill>
          <a:blip r:embed="rId1"/>
          <a:srcRect l="0" t="30993" r="71999" b="38997"/>
          <a:stretch/>
        </p:blipFill>
        <p:spPr>
          <a:xfrm>
            <a:off x="1254240" y="1689480"/>
            <a:ext cx="6629040" cy="402300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 cap="all">
                <a:solidFill>
                  <a:schemeClr val="dk1"/>
                </a:solidFill>
                <a:latin typeface="Calibri"/>
              </a:rPr>
              <a:t>Gender Spending Insights</a:t>
            </a:r>
            <a:endParaRPr b="0" lang="en-US" sz="44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Male: 54%, Female: 46% — balanced usage across genders</a:t>
            </a:r>
            <a:endParaRPr b="0" lang="en-US" sz="32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Shows both genders find credit cards equally valuable</a:t>
            </a:r>
            <a:endParaRPr b="0" lang="en-US" sz="28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Insight Use: Bank can design gender-focused promotional bundles</a:t>
            </a:r>
            <a:endParaRPr b="0" lang="en-US" sz="28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Business Action: Female-oriented lifestyle perks, male-oriented travel/fuel rewards</a:t>
            </a:r>
            <a:endParaRPr b="0" lang="en-US" sz="2800" spc="-1" strike="noStrike">
              <a:solidFill>
                <a:schemeClr val="dk1"/>
              </a:solidFill>
              <a:latin typeface="Avenir Next LT Pro Light"/>
            </a:endParaRPr>
          </a:p>
        </p:txBody>
      </p:sp>
    </p:spTree>
  </p:cSld>
  <p:transition spd="slow">
    <p:wipe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1028880" y="457200"/>
            <a:ext cx="7486200" cy="123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 cap="all">
                <a:solidFill>
                  <a:schemeClr val="dk1"/>
                </a:solidFill>
                <a:latin typeface="Calibri"/>
              </a:rPr>
              <a:t>Gender Split Visualization</a:t>
            </a:r>
            <a:endParaRPr b="0" lang="en-US" sz="4400" spc="-1" strike="noStrike">
              <a:solidFill>
                <a:schemeClr val="dk1"/>
              </a:solidFill>
              <a:latin typeface="Avenir Next LT Pro Light"/>
            </a:endParaRPr>
          </a:p>
        </p:txBody>
      </p:sp>
      <p:pic>
        <p:nvPicPr>
          <p:cNvPr id="144" name="Picture 96" descr=""/>
          <p:cNvPicPr/>
          <p:nvPr/>
        </p:nvPicPr>
        <p:blipFill>
          <a:blip r:embed="rId1"/>
          <a:stretch/>
        </p:blipFill>
        <p:spPr>
          <a:xfrm>
            <a:off x="1573920" y="1892880"/>
            <a:ext cx="6400440" cy="384012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 cap="all">
                <a:solidFill>
                  <a:schemeClr val="dk1"/>
                </a:solidFill>
                <a:latin typeface="Calibri"/>
              </a:rPr>
              <a:t>Card Type Performance Insights</a:t>
            </a:r>
            <a:endParaRPr b="0" lang="en-US" sz="44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Silver card has the highest total spend (1.07bn)</a:t>
            </a:r>
            <a:endParaRPr b="0" lang="en-US" sz="32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Premium cards underperform despite higher earning potential</a:t>
            </a:r>
            <a:endParaRPr b="0" lang="en-US" sz="28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Insight Use: Upgrade strategy for premium customers</a:t>
            </a:r>
            <a:endParaRPr b="0" lang="en-US" sz="28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Business Action: Improve premium benefits ( lounges, travel points, EMI offers )</a:t>
            </a:r>
            <a:endParaRPr b="0" lang="en-US" sz="2800" spc="-1" strike="noStrike">
              <a:solidFill>
                <a:schemeClr val="dk1"/>
              </a:solidFill>
              <a:latin typeface="Avenir Next LT Pro Light"/>
            </a:endParaRPr>
          </a:p>
        </p:txBody>
      </p:sp>
    </p:spTree>
  </p:cSld>
  <p:transition spd="slow">
    <p:wipe dir="l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1028880" y="457200"/>
            <a:ext cx="7486200" cy="123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43360" indent="0" algn="ctr" defTabSz="457200">
              <a:lnSpc>
                <a:spcPct val="100000"/>
              </a:lnSpc>
              <a:buNone/>
            </a:pPr>
            <a:r>
              <a:rPr b="0" lang="en-US" sz="4400" spc="-1" strike="noStrike" cap="all">
                <a:solidFill>
                  <a:schemeClr val="dk1"/>
                </a:solidFill>
                <a:latin typeface="Calibri"/>
                <a:ea typeface="Calibri"/>
              </a:rPr>
              <a:t>Card Type Visualization</a:t>
            </a:r>
            <a:endParaRPr b="0" lang="en-US" sz="4400" spc="-1" strike="noStrike">
              <a:solidFill>
                <a:schemeClr val="dk1"/>
              </a:solidFill>
              <a:latin typeface="Avenir Next LT Pro Light"/>
            </a:endParaRPr>
          </a:p>
        </p:txBody>
      </p:sp>
      <p:pic>
        <p:nvPicPr>
          <p:cNvPr id="148" name="Picture 100" descr=""/>
          <p:cNvPicPr/>
          <p:nvPr/>
        </p:nvPicPr>
        <p:blipFill>
          <a:blip r:embed="rId1"/>
          <a:stretch/>
        </p:blipFill>
        <p:spPr>
          <a:xfrm>
            <a:off x="1596240" y="2647800"/>
            <a:ext cx="6475320" cy="280800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 cap="all">
                <a:solidFill>
                  <a:schemeClr val="dk1"/>
                </a:solidFill>
                <a:latin typeface="Calibri"/>
              </a:rPr>
              <a:t>City-Level Spending Insights</a:t>
            </a:r>
            <a:endParaRPr b="0" lang="en-US" sz="44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Highest spending: Mumbai, Bengaluru, Ahmedabad, Delhi</a:t>
            </a:r>
            <a:endParaRPr b="0" lang="en-US" sz="32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Metro cities dominate credit card usage</a:t>
            </a:r>
            <a:endParaRPr b="0" lang="en-US" sz="28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Insight Use: Focus premium card offerings in metro areas</a:t>
            </a:r>
            <a:endParaRPr b="0" lang="en-US" sz="28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Business Action: Awareness campaigns for smaller cities to boost usage</a:t>
            </a:r>
            <a:endParaRPr b="0" lang="en-US" sz="2800" spc="-1" strike="noStrike">
              <a:solidFill>
                <a:schemeClr val="dk1"/>
              </a:solidFill>
              <a:latin typeface="Avenir Next LT Pro Light"/>
            </a:endParaRPr>
          </a:p>
        </p:txBody>
      </p:sp>
    </p:spTree>
  </p:cSld>
  <p:transition spd="slow">
    <p:wipe dir="l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1028880" y="457200"/>
            <a:ext cx="7486200" cy="123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 cap="all">
                <a:solidFill>
                  <a:schemeClr val="dk1"/>
                </a:solidFill>
                <a:latin typeface="Calibri"/>
              </a:rPr>
              <a:t>City Spend Visualization</a:t>
            </a:r>
            <a:endParaRPr b="0" lang="en-US" sz="4400" spc="-1" strike="noStrike">
              <a:solidFill>
                <a:schemeClr val="dk1"/>
              </a:solidFill>
              <a:latin typeface="Avenir Next LT Pro Light"/>
            </a:endParaRPr>
          </a:p>
        </p:txBody>
      </p:sp>
      <p:pic>
        <p:nvPicPr>
          <p:cNvPr id="152" name="Picture 104" descr=""/>
          <p:cNvPicPr/>
          <p:nvPr/>
        </p:nvPicPr>
        <p:blipFill>
          <a:blip r:embed="rId1"/>
          <a:stretch/>
        </p:blipFill>
        <p:spPr>
          <a:xfrm>
            <a:off x="1650600" y="2075400"/>
            <a:ext cx="6067080" cy="403776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 cap="all">
                <a:solidFill>
                  <a:schemeClr val="dk1"/>
                </a:solidFill>
                <a:latin typeface="Calibri"/>
              </a:rPr>
              <a:t>Transaction Trend Insights</a:t>
            </a:r>
            <a:endParaRPr b="0" lang="en-US" sz="44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Stable monthly spending with noticeable seasonal peaks</a:t>
            </a:r>
            <a:endParaRPr b="0" lang="en-US" sz="32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Peaks align with holidays and year-end festive periods</a:t>
            </a:r>
            <a:endParaRPr b="0" lang="en-US" sz="28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Insight Use: Helps forecast demand &amp; plan seasonal promotions</a:t>
            </a:r>
            <a:endParaRPr b="0" lang="en-US" sz="28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Business Action: Launch promotions during low-activity months</a:t>
            </a:r>
            <a:endParaRPr b="0" lang="en-US" sz="2800" spc="-1" strike="noStrike">
              <a:solidFill>
                <a:schemeClr val="dk1"/>
              </a:solidFill>
              <a:latin typeface="Avenir Next LT Pro Light"/>
            </a:endParaRPr>
          </a:p>
        </p:txBody>
      </p:sp>
    </p:spTree>
  </p:cSld>
  <p:transition spd="slow">
    <p:wipe dir="l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1028880" y="457200"/>
            <a:ext cx="7486200" cy="123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 cap="all">
                <a:solidFill>
                  <a:schemeClr val="dk1"/>
                </a:solidFill>
                <a:latin typeface="Calibri"/>
              </a:rPr>
              <a:t>Trend Visualization</a:t>
            </a:r>
            <a:endParaRPr b="0" lang="en-US" sz="4400" spc="-1" strike="noStrike">
              <a:solidFill>
                <a:schemeClr val="dk1"/>
              </a:solidFill>
              <a:latin typeface="Avenir Next LT Pro Light"/>
            </a:endParaRPr>
          </a:p>
        </p:txBody>
      </p:sp>
      <p:pic>
        <p:nvPicPr>
          <p:cNvPr id="156" name="Picture 108" descr=""/>
          <p:cNvPicPr/>
          <p:nvPr/>
        </p:nvPicPr>
        <p:blipFill>
          <a:blip r:embed="rId1"/>
          <a:stretch/>
        </p:blipFill>
        <p:spPr>
          <a:xfrm>
            <a:off x="1472760" y="2055240"/>
            <a:ext cx="6857640" cy="325656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 cap="all">
                <a:solidFill>
                  <a:schemeClr val="dk1"/>
                </a:solidFill>
                <a:latin typeface="Calibri"/>
              </a:rPr>
              <a:t>Strategic Recommendations</a:t>
            </a:r>
            <a:endParaRPr b="0" lang="en-US" sz="44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Enhance premium cards to improve performance</a:t>
            </a:r>
            <a:endParaRPr b="0" lang="en-US" sz="32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Boost everyday rewards (food/grocery)</a:t>
            </a:r>
            <a:endParaRPr b="0" lang="en-US" sz="28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Expand merchant partnerships in high-spend categories</a:t>
            </a:r>
            <a:endParaRPr b="0" lang="en-US" sz="28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Improve penetration in low-spend cities</a:t>
            </a:r>
            <a:endParaRPr b="0" lang="en-US" sz="28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Use trends to align promotional calendars</a:t>
            </a:r>
            <a:endParaRPr b="0" lang="en-US" sz="2800" spc="-1" strike="noStrike">
              <a:solidFill>
                <a:schemeClr val="dk1"/>
              </a:solidFill>
              <a:latin typeface="Avenir Next LT Pro Light"/>
            </a:endParaRPr>
          </a:p>
        </p:txBody>
      </p:sp>
    </p:spTree>
  </p:cSld>
  <p:transition spd="slow">
    <p:wipe dir="l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 cap="all">
                <a:solidFill>
                  <a:schemeClr val="dk1"/>
                </a:solidFill>
                <a:latin typeface="Calibri"/>
              </a:rPr>
              <a:t>Limitations &amp; Future Improvements</a:t>
            </a:r>
            <a:endParaRPr b="0" lang="en-US" sz="4400" spc="-1" strike="noStrike">
              <a:solidFill>
                <a:schemeClr val="dk1"/>
              </a:solidFill>
              <a:latin typeface="Avenir Next LT Pro Light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457200" y="1984680"/>
            <a:ext cx="8228880" cy="288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Dataset limited to 2013–2015</a:t>
            </a:r>
            <a:endParaRPr b="0" lang="en-US" sz="32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No demographic variables like income or age</a:t>
            </a:r>
            <a:endParaRPr b="0" lang="en-US" sz="28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Future: predictive modeling, customer segmentation, risk score integration</a:t>
            </a:r>
            <a:endParaRPr b="0" lang="en-US" sz="2800" spc="-1" strike="noStrike">
              <a:solidFill>
                <a:schemeClr val="dk1"/>
              </a:solidFill>
              <a:latin typeface="Avenir Next LT Pro Light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Addition of real-time transaction monitoring</a:t>
            </a:r>
            <a:endParaRPr b="0" lang="en-US" sz="2800" spc="-1" strike="noStrike">
              <a:solidFill>
                <a:schemeClr val="dk1"/>
              </a:solidFill>
              <a:latin typeface="Avenir Next LT Pro Light"/>
            </a:endParaRPr>
          </a:p>
        </p:txBody>
      </p:sp>
    </p:spTree>
  </p:cSld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GradientRiseVTI">
  <a:themeElements>
    <a:clrScheme name="GradientRiseVTI">
      <a:dk1>
        <a:srgbClr val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GradientRiseVTI">
      <a:majorFont>
        <a:latin typeface="Avenir Next LT Pro" pitchFamily="0" charset="1"/>
        <a:ea typeface=""/>
        <a:cs typeface=""/>
      </a:majorFont>
      <a:minorFont>
        <a:latin typeface="Avenir Next LT Pro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radientRiseVTI">
  <a:themeElements>
    <a:clrScheme name="GradientRiseVTI">
      <a:dk1>
        <a:srgbClr val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GradientRiseVTI">
      <a:majorFont>
        <a:latin typeface="Avenir Next LT Pro" pitchFamily="0" charset="1"/>
        <a:ea typeface=""/>
        <a:cs typeface=""/>
      </a:majorFont>
      <a:minorFont>
        <a:latin typeface="Avenir Next LT Pro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radientRiseVTI">
  <a:themeElements>
    <a:clrScheme name="GradientRiseVTI">
      <a:dk1>
        <a:srgbClr val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GradientRiseVTI">
      <a:majorFont>
        <a:latin typeface="Avenir Next LT Pro" pitchFamily="0" charset="1"/>
        <a:ea typeface=""/>
        <a:cs typeface=""/>
      </a:majorFont>
      <a:minorFont>
        <a:latin typeface="Avenir Next LT Pro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GradientRiseVTI">
  <a:themeElements>
    <a:clrScheme name="GradientRiseVTI">
      <a:dk1>
        <a:srgbClr val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GradientRiseVTI">
      <a:majorFont>
        <a:latin typeface="Avenir Next LT Pro" pitchFamily="0" charset="1"/>
        <a:ea typeface=""/>
        <a:cs typeface=""/>
      </a:majorFont>
      <a:minorFont>
        <a:latin typeface="Avenir Next LT Pro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GradientRiseVTI">
  <a:themeElements>
    <a:clrScheme name="GradientRiseVTI">
      <a:dk1>
        <a:srgbClr val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GradientRiseVTI">
      <a:majorFont>
        <a:latin typeface="Avenir Next LT Pro" pitchFamily="0" charset="1"/>
        <a:ea typeface=""/>
        <a:cs typeface=""/>
      </a:majorFont>
      <a:minorFont>
        <a:latin typeface="Avenir Next LT Pro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GradientRiseVTI">
  <a:themeElements>
    <a:clrScheme name="GradientRiseVTI">
      <a:dk1>
        <a:srgbClr val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GradientRiseVTI">
      <a:majorFont>
        <a:latin typeface="Avenir Next LT Pro" pitchFamily="0" charset="1"/>
        <a:ea typeface=""/>
        <a:cs typeface=""/>
      </a:majorFont>
      <a:minorFont>
        <a:latin typeface="Avenir Next LT Pro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GradientRiseVTI">
  <a:themeElements>
    <a:clrScheme name="GradientRiseVTI">
      <a:dk1>
        <a:srgbClr val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GradientRiseVTI">
      <a:majorFont>
        <a:latin typeface="Avenir Next LT Pro" pitchFamily="0" charset="1"/>
        <a:ea typeface=""/>
        <a:cs typeface=""/>
      </a:majorFont>
      <a:minorFont>
        <a:latin typeface="Avenir Next LT Pro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GradientRiseVTI">
  <a:themeElements>
    <a:clrScheme name="GradientRiseVTI">
      <a:dk1>
        <a:srgbClr val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GradientRiseVTI">
      <a:majorFont>
        <a:latin typeface="Avenir Next LT Pro" pitchFamily="0" charset="1"/>
        <a:ea typeface=""/>
        <a:cs typeface=""/>
      </a:majorFont>
      <a:minorFont>
        <a:latin typeface="Avenir Next LT Pro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GradientRiseVTI">
  <a:themeElements>
    <a:clrScheme name="GradientRiseVTI">
      <a:dk1>
        <a:srgbClr val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GradientRiseVTI">
      <a:majorFont>
        <a:latin typeface="Avenir Next LT Pro" pitchFamily="0" charset="1"/>
        <a:ea typeface=""/>
        <a:cs typeface=""/>
      </a:majorFont>
      <a:minorFont>
        <a:latin typeface="Avenir Next LT Pro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GradientRiseVTI">
  <a:themeElements>
    <a:clrScheme name="GradientRiseVTI">
      <a:dk1>
        <a:srgbClr val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GradientRiseVTI">
      <a:majorFont>
        <a:latin typeface="Avenir Next LT Pro" pitchFamily="0" charset="1"/>
        <a:ea typeface=""/>
        <a:cs typeface=""/>
      </a:majorFont>
      <a:minorFont>
        <a:latin typeface="Avenir Next LT Pro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GradientRiseVTI">
  <a:themeElements>
    <a:clrScheme name="GradientRiseVTI">
      <a:dk1>
        <a:srgbClr val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GradientRiseVTI">
      <a:majorFont>
        <a:latin typeface="Avenir Next LT Pro" pitchFamily="0" charset="1"/>
        <a:ea typeface=""/>
        <a:cs typeface=""/>
      </a:majorFont>
      <a:minorFont>
        <a:latin typeface="Avenir Next LT Pro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GradientRiseVTI">
  <a:themeElements>
    <a:clrScheme name="GradientRiseVTI">
      <a:dk1>
        <a:srgbClr val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GradientRiseVTI">
      <a:majorFont>
        <a:latin typeface="Avenir Next LT Pro" pitchFamily="0" charset="1"/>
        <a:ea typeface=""/>
        <a:cs typeface=""/>
      </a:majorFont>
      <a:minorFont>
        <a:latin typeface="Avenir Next LT Pro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GradientRiseVTI">
  <a:themeElements>
    <a:clrScheme name="GradientRiseVTI">
      <a:dk1>
        <a:srgbClr val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GradientRiseVTI">
      <a:majorFont>
        <a:latin typeface="Avenir Next LT Pro" pitchFamily="0" charset="1"/>
        <a:ea typeface=""/>
        <a:cs typeface=""/>
      </a:majorFont>
      <a:minorFont>
        <a:latin typeface="Avenir Next LT Pro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GradientRiseVTI">
  <a:themeElements>
    <a:clrScheme name="GradientRiseVTI">
      <a:dk1>
        <a:srgbClr val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GradientRiseVTI">
      <a:majorFont>
        <a:latin typeface="Avenir Next LT Pro" pitchFamily="0" charset="1"/>
        <a:ea typeface=""/>
        <a:cs typeface=""/>
      </a:majorFont>
      <a:minorFont>
        <a:latin typeface="Avenir Next LT Pro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GradientRiseVTI">
  <a:themeElements>
    <a:clrScheme name="GradientRiseVTI">
      <a:dk1>
        <a:srgbClr val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GradientRiseVTI">
      <a:majorFont>
        <a:latin typeface="Avenir Next LT Pro" pitchFamily="0" charset="1"/>
        <a:ea typeface=""/>
        <a:cs typeface=""/>
      </a:majorFont>
      <a:minorFont>
        <a:latin typeface="Avenir Next LT Pro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2025-11-14T08:25:31Z</dcterms:modified>
  <cp:revision>43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i4>17</vt:i4>
  </property>
</Properties>
</file>